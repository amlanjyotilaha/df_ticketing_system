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1"/>
  </p:notesMasterIdLst>
  <p:sldIdLst>
    <p:sldId id="256" r:id="rId2"/>
    <p:sldId id="257" r:id="rId3"/>
    <p:sldId id="258" r:id="rId4"/>
    <p:sldId id="279" r:id="rId5"/>
    <p:sldId id="290" r:id="rId6"/>
    <p:sldId id="291" r:id="rId7"/>
    <p:sldId id="292" r:id="rId8"/>
    <p:sldId id="301" r:id="rId9"/>
    <p:sldId id="278" r:id="rId10"/>
  </p:sldIdLst>
  <p:sldSz cx="12192000" cy="6858000"/>
  <p:notesSz cx="6858000" cy="9144000"/>
  <p:embeddedFontLst>
    <p:embeddedFont>
      <p:font typeface="Poppins" panose="00000500000000000000" pitchFamily="2" charset="0"/>
      <p:regular r:id="rId12"/>
      <p:bold r:id="rId13"/>
      <p:italic r:id="rId14"/>
      <p:boldItalic r:id="rId15"/>
    </p:embeddedFont>
    <p:embeddedFont>
      <p:font typeface="Poppins Light" panose="00000400000000000000" pitchFamily="2" charset="0"/>
      <p:regular r:id="rId16"/>
      <p:bold r:id="rId17"/>
      <p:italic r:id="rId18"/>
      <p:boldItalic r:id="rId19"/>
    </p:embeddedFont>
    <p:embeddedFont>
      <p:font typeface="Raleway Light" pitchFamily="2" charset="0"/>
      <p:regular r:id="rId20"/>
      <p:bold r:id="rId21"/>
      <p:italic r:id="rId22"/>
      <p:boldItalic r:id="rId23"/>
    </p:embeddedFont>
    <p:embeddedFont>
      <p:font typeface="Trebuchet MS" panose="020B060302020202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11fc814961_0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11fc814961_0_3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311fc814961_0_3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FEEBF962-A4E9-ECCB-7CB4-16025C351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>
            <a:extLst>
              <a:ext uri="{FF2B5EF4-FFF2-40B4-BE49-F238E27FC236}">
                <a16:creationId xmlns:a16="http://schemas.microsoft.com/office/drawing/2014/main" id="{DBB54B76-2A7C-2355-346D-1672F33EA3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:notes">
            <a:extLst>
              <a:ext uri="{FF2B5EF4-FFF2-40B4-BE49-F238E27FC236}">
                <a16:creationId xmlns:a16="http://schemas.microsoft.com/office/drawing/2014/main" id="{F4FB4526-3DCD-F784-F12B-4BA1F0CEAD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912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E2CB2F17-EAF5-55F5-3801-51851F975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>
            <a:extLst>
              <a:ext uri="{FF2B5EF4-FFF2-40B4-BE49-F238E27FC236}">
                <a16:creationId xmlns:a16="http://schemas.microsoft.com/office/drawing/2014/main" id="{6CE6CEA5-F139-DB86-FE0B-07FE9DB6BF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:notes">
            <a:extLst>
              <a:ext uri="{FF2B5EF4-FFF2-40B4-BE49-F238E27FC236}">
                <a16:creationId xmlns:a16="http://schemas.microsoft.com/office/drawing/2014/main" id="{ABC07F79-E201-EC36-D1A5-9EAD066DD3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58342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A9876FC6-0214-F157-2630-909CD7A5F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>
            <a:extLst>
              <a:ext uri="{FF2B5EF4-FFF2-40B4-BE49-F238E27FC236}">
                <a16:creationId xmlns:a16="http://schemas.microsoft.com/office/drawing/2014/main" id="{8347266C-3EB0-D39C-1928-49463D7E68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:notes">
            <a:extLst>
              <a:ext uri="{FF2B5EF4-FFF2-40B4-BE49-F238E27FC236}">
                <a16:creationId xmlns:a16="http://schemas.microsoft.com/office/drawing/2014/main" id="{090BB79B-BA9A-9C90-9AB5-B807D7AFDB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73919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F053CC43-175C-A95E-9908-A79EAF0E7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>
            <a:extLst>
              <a:ext uri="{FF2B5EF4-FFF2-40B4-BE49-F238E27FC236}">
                <a16:creationId xmlns:a16="http://schemas.microsoft.com/office/drawing/2014/main" id="{060A397F-2EC5-C2E8-AA2F-7433C39B01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:notes">
            <a:extLst>
              <a:ext uri="{FF2B5EF4-FFF2-40B4-BE49-F238E27FC236}">
                <a16:creationId xmlns:a16="http://schemas.microsoft.com/office/drawing/2014/main" id="{B88AC6F2-186F-7C1E-80D1-FEE4275EC9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76353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FA86250B-E720-BDB5-9677-A3C67B965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>
            <a:extLst>
              <a:ext uri="{FF2B5EF4-FFF2-40B4-BE49-F238E27FC236}">
                <a16:creationId xmlns:a16="http://schemas.microsoft.com/office/drawing/2014/main" id="{0517980D-5C76-9546-2C9E-4B287D5916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:notes">
            <a:extLst>
              <a:ext uri="{FF2B5EF4-FFF2-40B4-BE49-F238E27FC236}">
                <a16:creationId xmlns:a16="http://schemas.microsoft.com/office/drawing/2014/main" id="{90D0D6F7-C273-8B12-6C93-3C075EED31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52680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1982900" y="3643165"/>
            <a:ext cx="8226300" cy="17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9646"/>
              </a:buClr>
              <a:buSzPts val="5400"/>
              <a:buFont typeface="Poppins"/>
              <a:buNone/>
              <a:defRPr sz="5400">
                <a:solidFill>
                  <a:srgbClr val="00964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ubTitle" idx="1"/>
          </p:nvPr>
        </p:nvSpPr>
        <p:spPr>
          <a:xfrm>
            <a:off x="3001818" y="5247976"/>
            <a:ext cx="6188400" cy="10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000"/>
              </a:spcBef>
              <a:spcAft>
                <a:spcPts val="0"/>
              </a:spcAft>
              <a:buSzPts val="192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ldNum" idx="12"/>
          </p:nvPr>
        </p:nvSpPr>
        <p:spPr>
          <a:xfrm>
            <a:off x="1083132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0" y="0"/>
            <a:ext cx="12192000" cy="3299400"/>
          </a:xfrm>
          <a:prstGeom prst="rect">
            <a:avLst/>
          </a:prstGeom>
          <a:solidFill>
            <a:srgbClr val="0096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6" name="Google Shape;26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10508" y="1329180"/>
            <a:ext cx="2570986" cy="64102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Google Shape;27;p2"/>
          <p:cNvCxnSpPr/>
          <p:nvPr/>
        </p:nvCxnSpPr>
        <p:spPr>
          <a:xfrm>
            <a:off x="387540" y="3413130"/>
            <a:ext cx="11127000" cy="0"/>
          </a:xfrm>
          <a:prstGeom prst="straightConnector1">
            <a:avLst/>
          </a:prstGeom>
          <a:noFill/>
          <a:ln w="12700" cap="rnd" cmpd="sng">
            <a:solidFill>
              <a:srgbClr val="009646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28" name="Google Shape;2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93450" y="2200225"/>
            <a:ext cx="2205102" cy="54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/>
          <p:nvPr/>
        </p:nvSpPr>
        <p:spPr>
          <a:xfrm>
            <a:off x="6076708" y="0"/>
            <a:ext cx="61152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096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" name="Google Shape;33;p3"/>
          <p:cNvSpPr txBox="1">
            <a:spLocks noGrp="1"/>
          </p:cNvSpPr>
          <p:nvPr>
            <p:ph type="title"/>
          </p:nvPr>
        </p:nvSpPr>
        <p:spPr>
          <a:xfrm>
            <a:off x="677335" y="2700867"/>
            <a:ext cx="4566900" cy="18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"/>
              <a:buNone/>
              <a:defRPr sz="4000" b="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body" idx="1"/>
          </p:nvPr>
        </p:nvSpPr>
        <p:spPr>
          <a:xfrm>
            <a:off x="677335" y="4527448"/>
            <a:ext cx="456690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35" name="Google Shape;35;p3"/>
          <p:cNvPicPr preferRelativeResize="0"/>
          <p:nvPr/>
        </p:nvPicPr>
        <p:blipFill rotWithShape="1">
          <a:blip r:embed="rId2">
            <a:alphaModFix/>
          </a:blip>
          <a:srcRect r="-20"/>
          <a:stretch/>
        </p:blipFill>
        <p:spPr>
          <a:xfrm>
            <a:off x="1761975" y="709400"/>
            <a:ext cx="2572549" cy="64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3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3"/>
          <p:cNvSpPr/>
          <p:nvPr/>
        </p:nvSpPr>
        <p:spPr>
          <a:xfrm>
            <a:off x="1150686" y="1721292"/>
            <a:ext cx="379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 step towards rural transformation</a:t>
            </a:r>
            <a:endParaRPr/>
          </a:p>
        </p:txBody>
      </p:sp>
      <p:cxnSp>
        <p:nvCxnSpPr>
          <p:cNvPr id="38" name="Google Shape;38;p3"/>
          <p:cNvCxnSpPr/>
          <p:nvPr/>
        </p:nvCxnSpPr>
        <p:spPr>
          <a:xfrm>
            <a:off x="977153" y="2100358"/>
            <a:ext cx="4141800" cy="0"/>
          </a:xfrm>
          <a:prstGeom prst="straightConnector1">
            <a:avLst/>
          </a:prstGeom>
          <a:noFill/>
          <a:ln w="12700" cap="rnd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>
            <a:spLocks noGrp="1"/>
          </p:cNvSpPr>
          <p:nvPr>
            <p:ph type="title"/>
          </p:nvPr>
        </p:nvSpPr>
        <p:spPr>
          <a:xfrm>
            <a:off x="2536025" y="218475"/>
            <a:ext cx="9000600" cy="7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body" idx="1"/>
          </p:nvPr>
        </p:nvSpPr>
        <p:spPr>
          <a:xfrm>
            <a:off x="811805" y="1130301"/>
            <a:ext cx="9963900" cy="47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❖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⮚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✔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o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"/>
              <a:buChar char="►"/>
              <a:defRPr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"/>
              <a:buChar char="►"/>
              <a:defRPr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"/>
              <a:buChar char="►"/>
              <a:defRPr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"/>
              <a:buChar char="►"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">
  <p:cSld name="Table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dt" idx="10"/>
          </p:nvPr>
        </p:nvSpPr>
        <p:spPr>
          <a:xfrm>
            <a:off x="733907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900"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ftr" idx="11"/>
          </p:nvPr>
        </p:nvSpPr>
        <p:spPr>
          <a:xfrm>
            <a:off x="81127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900"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">
  <p:cSld name="Graphic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 txBox="1">
            <a:spLocks noGrp="1"/>
          </p:cNvSpPr>
          <p:nvPr>
            <p:ph type="title"/>
          </p:nvPr>
        </p:nvSpPr>
        <p:spPr>
          <a:xfrm>
            <a:off x="2536031" y="207169"/>
            <a:ext cx="8238300" cy="9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dt" idx="10"/>
          </p:nvPr>
        </p:nvSpPr>
        <p:spPr>
          <a:xfrm>
            <a:off x="733907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900"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ftr" idx="11"/>
          </p:nvPr>
        </p:nvSpPr>
        <p:spPr>
          <a:xfrm>
            <a:off x="81127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900"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"/>
          <p:cNvSpPr>
            <a:spLocks noGrp="1"/>
          </p:cNvSpPr>
          <p:nvPr>
            <p:ph type="dgm" idx="2"/>
          </p:nvPr>
        </p:nvSpPr>
        <p:spPr>
          <a:xfrm>
            <a:off x="811274" y="1131033"/>
            <a:ext cx="9963300" cy="47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920"/>
              <a:buFont typeface="Noto Sans Symbols"/>
              <a:buChar char="❖"/>
              <a:defRPr sz="24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R="0" lvl="1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440"/>
              <a:buFont typeface="Noto Sans Symbols"/>
              <a:buChar char="⮚"/>
              <a:defRPr sz="18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R="0" lvl="2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280"/>
              <a:buFont typeface="Noto Sans Symbols"/>
              <a:buChar char="✔"/>
              <a:defRPr sz="16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R="0" lvl="3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120"/>
              <a:buFont typeface="Courier New"/>
              <a:buChar char="o"/>
              <a:defRPr sz="14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R="0" lvl="4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120"/>
              <a:buFont typeface="Arial"/>
              <a:buChar char="•"/>
              <a:defRPr sz="14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R="0" lvl="5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Picture with Caption">
  <p:cSld name="4_Picture with Ca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 txBox="1">
            <a:spLocks noGrp="1"/>
          </p:cNvSpPr>
          <p:nvPr>
            <p:ph type="title"/>
          </p:nvPr>
        </p:nvSpPr>
        <p:spPr>
          <a:xfrm>
            <a:off x="811805" y="1003852"/>
            <a:ext cx="101946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Poppins"/>
              <a:buNone/>
              <a:defRPr sz="2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>
            <a:spLocks noGrp="1"/>
          </p:cNvSpPr>
          <p:nvPr>
            <p:ph type="pic" idx="2"/>
          </p:nvPr>
        </p:nvSpPr>
        <p:spPr>
          <a:xfrm>
            <a:off x="811805" y="1945341"/>
            <a:ext cx="5040000" cy="23400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7"/>
          <p:cNvSpPr>
            <a:spLocks noGrp="1"/>
          </p:cNvSpPr>
          <p:nvPr>
            <p:ph type="pic" idx="3"/>
          </p:nvPr>
        </p:nvSpPr>
        <p:spPr>
          <a:xfrm>
            <a:off x="5966511" y="1945341"/>
            <a:ext cx="5040000" cy="23400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7"/>
          <p:cNvSpPr>
            <a:spLocks noGrp="1"/>
          </p:cNvSpPr>
          <p:nvPr>
            <p:ph type="pic" idx="4"/>
          </p:nvPr>
        </p:nvSpPr>
        <p:spPr>
          <a:xfrm>
            <a:off x="811805" y="4401671"/>
            <a:ext cx="5040000" cy="23400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7"/>
          <p:cNvSpPr>
            <a:spLocks noGrp="1"/>
          </p:cNvSpPr>
          <p:nvPr>
            <p:ph type="pic" idx="5"/>
          </p:nvPr>
        </p:nvSpPr>
        <p:spPr>
          <a:xfrm>
            <a:off x="5966511" y="4401671"/>
            <a:ext cx="5040000" cy="2340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icture with Caption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title"/>
          </p:nvPr>
        </p:nvSpPr>
        <p:spPr>
          <a:xfrm>
            <a:off x="811804" y="4663677"/>
            <a:ext cx="99639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Poppins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>
            <a:spLocks noGrp="1"/>
          </p:cNvSpPr>
          <p:nvPr>
            <p:ph type="pic" idx="2"/>
          </p:nvPr>
        </p:nvSpPr>
        <p:spPr>
          <a:xfrm>
            <a:off x="811804" y="1070754"/>
            <a:ext cx="4860000" cy="34560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8"/>
          <p:cNvSpPr txBox="1">
            <a:spLocks noGrp="1"/>
          </p:cNvSpPr>
          <p:nvPr>
            <p:ph type="body" idx="1"/>
          </p:nvPr>
        </p:nvSpPr>
        <p:spPr>
          <a:xfrm>
            <a:off x="811804" y="5230415"/>
            <a:ext cx="9963900" cy="6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Font typeface="Poppins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Font typeface="Poppins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Font typeface="Poppins"/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"/>
              <a:buNone/>
              <a:defRPr sz="900"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"/>
              <a:buNone/>
              <a:defRPr sz="900"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"/>
              <a:buNone/>
              <a:defRPr sz="900"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"/>
              <a:buNone/>
              <a:defRPr sz="900"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"/>
              <a:buNone/>
              <a:defRPr sz="900"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"/>
              <a:buNone/>
              <a:defRPr sz="9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"/>
          <p:cNvSpPr>
            <a:spLocks noGrp="1"/>
          </p:cNvSpPr>
          <p:nvPr>
            <p:ph type="pic" idx="3"/>
          </p:nvPr>
        </p:nvSpPr>
        <p:spPr>
          <a:xfrm>
            <a:off x="5915575" y="1070754"/>
            <a:ext cx="4860000" cy="3456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2533448" y="201107"/>
            <a:ext cx="8242200" cy="9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">
  <p:cSld name="Char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>
            <a:spLocks noGrp="1"/>
          </p:cNvSpPr>
          <p:nvPr>
            <p:ph type="chart" idx="2"/>
          </p:nvPr>
        </p:nvSpPr>
        <p:spPr>
          <a:xfrm>
            <a:off x="811274" y="1131033"/>
            <a:ext cx="9963900" cy="47841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920"/>
              <a:buFont typeface="Noto Sans Symbols"/>
              <a:buChar char="❖"/>
              <a:defRPr sz="24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R="0" lvl="1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440"/>
              <a:buFont typeface="Noto Sans Symbols"/>
              <a:buChar char="⮚"/>
              <a:defRPr sz="18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R="0" lvl="2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280"/>
              <a:buFont typeface="Noto Sans Symbols"/>
              <a:buChar char="✔"/>
              <a:defRPr sz="16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R="0" lvl="3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120"/>
              <a:buFont typeface="Courier New"/>
              <a:buChar char="o"/>
              <a:defRPr sz="14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R="0" lvl="4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120"/>
              <a:buFont typeface="Arial"/>
              <a:buChar char="•"/>
              <a:defRPr sz="14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R="0" lvl="5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>
            <a:spLocks noGrp="1"/>
          </p:cNvSpPr>
          <p:nvPr>
            <p:ph type="title"/>
          </p:nvPr>
        </p:nvSpPr>
        <p:spPr>
          <a:xfrm>
            <a:off x="2526306" y="207169"/>
            <a:ext cx="8249400" cy="9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body" idx="1"/>
          </p:nvPr>
        </p:nvSpPr>
        <p:spPr>
          <a:xfrm>
            <a:off x="811805" y="1144587"/>
            <a:ext cx="4854000" cy="47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❖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⮚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✔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o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•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body" idx="2"/>
          </p:nvPr>
        </p:nvSpPr>
        <p:spPr>
          <a:xfrm>
            <a:off x="5921688" y="1144587"/>
            <a:ext cx="4854000" cy="47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❖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⮚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✔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o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•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600"/>
              <a:buFont typeface="Poppin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body" idx="1"/>
          </p:nvPr>
        </p:nvSpPr>
        <p:spPr>
          <a:xfrm>
            <a:off x="811805" y="1136556"/>
            <a:ext cx="48609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Poppins Light"/>
              <a:buNone/>
              <a:defRPr sz="2400">
                <a:solidFill>
                  <a:srgbClr val="009646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Poppins Light"/>
              <a:buNone/>
              <a:defRPr sz="20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 sz="18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body" idx="2"/>
          </p:nvPr>
        </p:nvSpPr>
        <p:spPr>
          <a:xfrm>
            <a:off x="811805" y="1712818"/>
            <a:ext cx="4860900" cy="41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❖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⮚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✔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o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•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body" idx="3"/>
          </p:nvPr>
        </p:nvSpPr>
        <p:spPr>
          <a:xfrm>
            <a:off x="5914727" y="1136556"/>
            <a:ext cx="48609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Poppins Light"/>
              <a:buNone/>
              <a:defRPr sz="2400">
                <a:solidFill>
                  <a:srgbClr val="009646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Poppins Light"/>
              <a:buNone/>
              <a:defRPr sz="20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 sz="18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4"/>
          </p:nvPr>
        </p:nvSpPr>
        <p:spPr>
          <a:xfrm>
            <a:off x="5914728" y="1712818"/>
            <a:ext cx="4860900" cy="41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❖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⮚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✔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o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•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3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>
            <a:spLocks noGrp="1"/>
          </p:cNvSpPr>
          <p:nvPr>
            <p:ph type="title"/>
          </p:nvPr>
        </p:nvSpPr>
        <p:spPr>
          <a:xfrm>
            <a:off x="811804" y="1167610"/>
            <a:ext cx="5064300" cy="12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Poppins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body" idx="1"/>
          </p:nvPr>
        </p:nvSpPr>
        <p:spPr>
          <a:xfrm>
            <a:off x="6262035" y="1167609"/>
            <a:ext cx="4513500" cy="47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❖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⮚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✔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o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•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body" idx="2"/>
          </p:nvPr>
        </p:nvSpPr>
        <p:spPr>
          <a:xfrm>
            <a:off x="811804" y="2446075"/>
            <a:ext cx="5064300" cy="3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960"/>
              <a:buFont typeface="Poppins Light"/>
              <a:buNone/>
              <a:defRPr sz="12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800"/>
              <a:buFont typeface="Poppins Light"/>
              <a:buNone/>
              <a:defRPr sz="10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800"/>
              <a:buFont typeface="Poppins Light"/>
              <a:buNone/>
              <a:defRPr sz="10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800"/>
              <a:buFont typeface="Poppins Light"/>
              <a:buNone/>
              <a:defRPr sz="1000"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800"/>
              <a:buFont typeface="Poppins Light"/>
              <a:buNone/>
              <a:defRPr sz="1000"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800"/>
              <a:buFont typeface="Poppins Light"/>
              <a:buNone/>
              <a:defRPr sz="1000"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800"/>
              <a:buFont typeface="Poppins Light"/>
              <a:buNone/>
              <a:defRPr sz="10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811805" y="4627959"/>
            <a:ext cx="85968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Poppins"/>
              <a:buNone/>
              <a:defRPr sz="2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5"/>
          <p:cNvSpPr>
            <a:spLocks noGrp="1"/>
          </p:cNvSpPr>
          <p:nvPr>
            <p:ph type="pic" idx="2"/>
          </p:nvPr>
        </p:nvSpPr>
        <p:spPr>
          <a:xfrm>
            <a:off x="811805" y="1003852"/>
            <a:ext cx="9963900" cy="34515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5"/>
          <p:cNvSpPr txBox="1">
            <a:spLocks noGrp="1"/>
          </p:cNvSpPr>
          <p:nvPr>
            <p:ph type="body" idx="1"/>
          </p:nvPr>
        </p:nvSpPr>
        <p:spPr>
          <a:xfrm>
            <a:off x="811805" y="5194697"/>
            <a:ext cx="85968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Font typeface="Poppins Light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Font typeface="Poppins Light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icture with Title">
  <p:cSld name="1_Picture with Title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>
            <a:spLocks noGrp="1"/>
          </p:cNvSpPr>
          <p:nvPr>
            <p:ph type="pic" idx="2"/>
          </p:nvPr>
        </p:nvSpPr>
        <p:spPr>
          <a:xfrm>
            <a:off x="0" y="989279"/>
            <a:ext cx="11681100" cy="58686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16"/>
          <p:cNvSpPr txBox="1">
            <a:spLocks noGrp="1"/>
          </p:cNvSpPr>
          <p:nvPr>
            <p:ph type="title"/>
          </p:nvPr>
        </p:nvSpPr>
        <p:spPr>
          <a:xfrm>
            <a:off x="811805" y="5228594"/>
            <a:ext cx="85968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Poppins"/>
              <a:buNone/>
              <a:defRPr sz="2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6"/>
          <p:cNvSpPr txBox="1">
            <a:spLocks noGrp="1"/>
          </p:cNvSpPr>
          <p:nvPr>
            <p:ph type="body" idx="1"/>
          </p:nvPr>
        </p:nvSpPr>
        <p:spPr>
          <a:xfrm>
            <a:off x="811805" y="5795332"/>
            <a:ext cx="8596800" cy="6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Font typeface="Poppins Light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Font typeface="Poppins Light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>
            <a:spLocks noGrp="1"/>
          </p:cNvSpPr>
          <p:nvPr>
            <p:ph type="title"/>
          </p:nvPr>
        </p:nvSpPr>
        <p:spPr>
          <a:xfrm>
            <a:off x="811804" y="1182688"/>
            <a:ext cx="8596800" cy="30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Poppin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type="body" idx="1"/>
          </p:nvPr>
        </p:nvSpPr>
        <p:spPr>
          <a:xfrm>
            <a:off x="811804" y="4335722"/>
            <a:ext cx="8596800" cy="15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19" name="Google Shape;119;p17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>
            <a:spLocks noGrp="1"/>
          </p:cNvSpPr>
          <p:nvPr>
            <p:ph type="title"/>
          </p:nvPr>
        </p:nvSpPr>
        <p:spPr>
          <a:xfrm>
            <a:off x="1074769" y="1224690"/>
            <a:ext cx="8094000" cy="25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Poppin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8"/>
          <p:cNvSpPr txBox="1">
            <a:spLocks noGrp="1"/>
          </p:cNvSpPr>
          <p:nvPr>
            <p:ph type="body" idx="1"/>
          </p:nvPr>
        </p:nvSpPr>
        <p:spPr>
          <a:xfrm>
            <a:off x="820767" y="4083873"/>
            <a:ext cx="85968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Poppins Light"/>
              <a:buNone/>
              <a:defRPr sz="24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25" name="Google Shape;125;p18"/>
          <p:cNvSpPr txBox="1">
            <a:spLocks noGrp="1"/>
          </p:cNvSpPr>
          <p:nvPr>
            <p:ph type="body" idx="2"/>
          </p:nvPr>
        </p:nvSpPr>
        <p:spPr>
          <a:xfrm>
            <a:off x="820770" y="4598121"/>
            <a:ext cx="8596800" cy="13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26" name="Google Shape;126;p18"/>
          <p:cNvSpPr txBox="1"/>
          <p:nvPr/>
        </p:nvSpPr>
        <p:spPr>
          <a:xfrm>
            <a:off x="685305" y="1224690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7" name="Google Shape;127;p18"/>
          <p:cNvSpPr txBox="1"/>
          <p:nvPr/>
        </p:nvSpPr>
        <p:spPr>
          <a:xfrm>
            <a:off x="9036446" y="3514608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128" name="Google Shape;128;p18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title"/>
          </p:nvPr>
        </p:nvSpPr>
        <p:spPr>
          <a:xfrm>
            <a:off x="1854699" y="1151685"/>
            <a:ext cx="8094000" cy="22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Poppin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body" idx="1"/>
          </p:nvPr>
        </p:nvSpPr>
        <p:spPr>
          <a:xfrm>
            <a:off x="2289504" y="3632200"/>
            <a:ext cx="7224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34" name="Google Shape;134;p19"/>
          <p:cNvSpPr txBox="1">
            <a:spLocks noGrp="1"/>
          </p:cNvSpPr>
          <p:nvPr>
            <p:ph type="body" idx="2"/>
          </p:nvPr>
        </p:nvSpPr>
        <p:spPr>
          <a:xfrm>
            <a:off x="1600700" y="4273248"/>
            <a:ext cx="8596800" cy="15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1000"/>
              </a:spcBef>
              <a:spcAft>
                <a:spcPts val="0"/>
              </a:spcAft>
              <a:buSzPts val="1440"/>
              <a:buFont typeface="Raleway Light"/>
              <a:buNone/>
              <a:defRPr sz="1800">
                <a:solidFill>
                  <a:srgbClr val="3F3F3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Font typeface="Raleway Light"/>
              <a:buNone/>
              <a:defRPr sz="1800">
                <a:solidFill>
                  <a:srgbClr val="888888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Font typeface="Raleway Light"/>
              <a:buNone/>
              <a:defRPr sz="1600">
                <a:solidFill>
                  <a:srgbClr val="888888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Font typeface="Raleway Light"/>
              <a:buNone/>
              <a:defRPr sz="1400">
                <a:solidFill>
                  <a:srgbClr val="888888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Font typeface="Raleway Light"/>
              <a:buNone/>
              <a:defRPr sz="1400">
                <a:solidFill>
                  <a:srgbClr val="888888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Font typeface="Raleway Light"/>
              <a:buNone/>
              <a:defRPr sz="1400">
                <a:solidFill>
                  <a:srgbClr val="888888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Font typeface="Raleway Light"/>
              <a:buNone/>
              <a:defRPr sz="1400">
                <a:solidFill>
                  <a:srgbClr val="888888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Font typeface="Raleway Light"/>
              <a:buNone/>
              <a:defRPr sz="1400">
                <a:solidFill>
                  <a:srgbClr val="888888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Font typeface="Raleway Light"/>
              <a:buNone/>
              <a:defRPr sz="1400">
                <a:solidFill>
                  <a:srgbClr val="888888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endParaRPr/>
          </a:p>
        </p:txBody>
      </p:sp>
      <p:sp>
        <p:nvSpPr>
          <p:cNvPr id="135" name="Google Shape;135;p19"/>
          <p:cNvSpPr txBox="1"/>
          <p:nvPr/>
        </p:nvSpPr>
        <p:spPr>
          <a:xfrm>
            <a:off x="1465235" y="1151684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36" name="Google Shape;136;p19"/>
          <p:cNvSpPr txBox="1"/>
          <p:nvPr/>
        </p:nvSpPr>
        <p:spPr>
          <a:xfrm>
            <a:off x="9751151" y="3136612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19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xfrm>
            <a:off x="811804" y="1734765"/>
            <a:ext cx="8596800" cy="25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Poppin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0"/>
          <p:cNvSpPr txBox="1">
            <a:spLocks noGrp="1"/>
          </p:cNvSpPr>
          <p:nvPr>
            <p:ph type="body" idx="1"/>
          </p:nvPr>
        </p:nvSpPr>
        <p:spPr>
          <a:xfrm>
            <a:off x="811804" y="4464843"/>
            <a:ext cx="8596800" cy="14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43" name="Google Shape;143;p20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0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>
            <a:spLocks noGrp="1"/>
          </p:cNvSpPr>
          <p:nvPr>
            <p:ph type="title"/>
          </p:nvPr>
        </p:nvSpPr>
        <p:spPr>
          <a:xfrm>
            <a:off x="811803" y="1127728"/>
            <a:ext cx="9963900" cy="26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Poppin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type="body" idx="1"/>
          </p:nvPr>
        </p:nvSpPr>
        <p:spPr>
          <a:xfrm>
            <a:off x="803460" y="4063206"/>
            <a:ext cx="99735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Poppins Light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49" name="Google Shape;149;p21"/>
          <p:cNvSpPr txBox="1">
            <a:spLocks noGrp="1"/>
          </p:cNvSpPr>
          <p:nvPr>
            <p:ph type="body" idx="2"/>
          </p:nvPr>
        </p:nvSpPr>
        <p:spPr>
          <a:xfrm>
            <a:off x="803463" y="4577454"/>
            <a:ext cx="9973500" cy="13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50" name="Google Shape;150;p21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21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1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2"/>
          <p:cNvSpPr txBox="1">
            <a:spLocks noGrp="1"/>
          </p:cNvSpPr>
          <p:nvPr>
            <p:ph type="body" idx="1"/>
          </p:nvPr>
        </p:nvSpPr>
        <p:spPr>
          <a:xfrm rot="-5400000">
            <a:off x="3853352" y="-996084"/>
            <a:ext cx="3880800" cy="99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❖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⮚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✔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o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•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56" name="Google Shape;156;p22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>
            <a:spLocks noGrp="1"/>
          </p:cNvSpPr>
          <p:nvPr>
            <p:ph type="title"/>
          </p:nvPr>
        </p:nvSpPr>
        <p:spPr>
          <a:xfrm rot="-5400000">
            <a:off x="-969446" y="2775099"/>
            <a:ext cx="4867200" cy="13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3"/>
          <p:cNvSpPr txBox="1">
            <a:spLocks noGrp="1"/>
          </p:cNvSpPr>
          <p:nvPr>
            <p:ph type="body" idx="1"/>
          </p:nvPr>
        </p:nvSpPr>
        <p:spPr>
          <a:xfrm rot="-5400000">
            <a:off x="4237225" y="-677453"/>
            <a:ext cx="4867200" cy="8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❖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⮚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✔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o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•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62" name="Google Shape;162;p23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23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3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type="title">
  <p:cSld name="TITLE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8" name="Google Shape;16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 type="obj">
  <p:cSld name="OBJECT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►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►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►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►"/>
              <a:defRPr/>
            </a:lvl9pPr>
          </a:lstStyle>
          <a:p>
            <a:endParaRPr/>
          </a:p>
        </p:txBody>
      </p:sp>
      <p:sp>
        <p:nvSpPr>
          <p:cNvPr id="174" name="Google Shape;17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26">
            <a:alphaModFix amt="15000"/>
          </a:blip>
          <a:srcRect r="74367"/>
          <a:stretch/>
        </p:blipFill>
        <p:spPr>
          <a:xfrm>
            <a:off x="7871140" y="2474402"/>
            <a:ext cx="4320861" cy="426929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600"/>
              <a:buFont typeface="Poppins"/>
              <a:buNone/>
              <a:defRPr sz="3600" b="1" i="0" u="none" strike="noStrike" cap="non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811804" y="1142851"/>
            <a:ext cx="9963900" cy="47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0520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920"/>
              <a:buFont typeface="Poppins Light"/>
              <a:buChar char="❖"/>
              <a:defRPr sz="240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20040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440"/>
              <a:buFont typeface="Poppins Light"/>
              <a:buChar char="⮚"/>
              <a:defRPr sz="180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309880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280"/>
              <a:buFont typeface="Poppins Light"/>
              <a:buChar char="✔"/>
              <a:defRPr sz="160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299719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120"/>
              <a:buFont typeface="Poppins Light"/>
              <a:buChar char="o"/>
              <a:defRPr sz="140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299720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120"/>
              <a:buFont typeface="Poppins Light"/>
              <a:buChar char="•"/>
              <a:defRPr sz="140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Poppins Light"/>
              <a:buChar char="►"/>
              <a:defRPr sz="1200" i="0" u="none" strike="noStrike" cap="none">
                <a:solidFill>
                  <a:srgbClr val="3F3F3F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Poppins Light"/>
              <a:buChar char="►"/>
              <a:defRPr sz="1200" i="0" u="none" strike="noStrike" cap="none">
                <a:solidFill>
                  <a:srgbClr val="3F3F3F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Poppins Light"/>
              <a:buChar char="►"/>
              <a:defRPr sz="1200" i="0" u="none" strike="noStrike" cap="none">
                <a:solidFill>
                  <a:srgbClr val="3F3F3F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Poppins Light"/>
              <a:buChar char="►"/>
              <a:defRPr sz="1200" i="0" u="none" strike="noStrike" cap="none">
                <a:solidFill>
                  <a:srgbClr val="3F3F3F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spcBef>
                <a:spcPts val="0"/>
              </a:spcBef>
              <a:buNone/>
              <a:defRPr sz="80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spcBef>
                <a:spcPts val="0"/>
              </a:spcBef>
              <a:buNone/>
              <a:defRPr sz="80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spcBef>
                <a:spcPts val="0"/>
              </a:spcBef>
              <a:buNone/>
              <a:defRPr sz="80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spcBef>
                <a:spcPts val="0"/>
              </a:spcBef>
              <a:buNone/>
              <a:defRPr sz="80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spcBef>
                <a:spcPts val="0"/>
              </a:spcBef>
              <a:buNone/>
              <a:defRPr sz="80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spcBef>
                <a:spcPts val="0"/>
              </a:spcBef>
              <a:buNone/>
              <a:defRPr sz="80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spcBef>
                <a:spcPts val="0"/>
              </a:spcBef>
              <a:buNone/>
              <a:defRPr sz="80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spcBef>
                <a:spcPts val="0"/>
              </a:spcBef>
              <a:buNone/>
              <a:defRPr sz="80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27">
            <a:alphaModFix/>
          </a:blip>
          <a:srcRect r="-644"/>
          <a:stretch/>
        </p:blipFill>
        <p:spPr>
          <a:xfrm>
            <a:off x="375750" y="365125"/>
            <a:ext cx="1454397" cy="359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Google Shape;15;p1"/>
          <p:cNvCxnSpPr/>
          <p:nvPr/>
        </p:nvCxnSpPr>
        <p:spPr>
          <a:xfrm>
            <a:off x="387540" y="879676"/>
            <a:ext cx="11127000" cy="0"/>
          </a:xfrm>
          <a:prstGeom prst="straightConnector1">
            <a:avLst/>
          </a:prstGeom>
          <a:noFill/>
          <a:ln w="12700" cap="rnd" cmpd="sng">
            <a:solidFill>
              <a:srgbClr val="00964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"/>
          <p:cNvSpPr/>
          <p:nvPr/>
        </p:nvSpPr>
        <p:spPr>
          <a:xfrm>
            <a:off x="11479942" y="844952"/>
            <a:ext cx="69300" cy="693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" name="Google Shape;17;p1"/>
          <p:cNvSpPr/>
          <p:nvPr/>
        </p:nvSpPr>
        <p:spPr>
          <a:xfrm rot="-5400000">
            <a:off x="8508950" y="3175050"/>
            <a:ext cx="6858000" cy="507900"/>
          </a:xfrm>
          <a:prstGeom prst="rect">
            <a:avLst/>
          </a:prstGeom>
          <a:solidFill>
            <a:srgbClr val="0096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 step towards rural transformation</a:t>
            </a:r>
            <a:endParaRPr/>
          </a:p>
        </p:txBody>
      </p:sp>
      <p:sp>
        <p:nvSpPr>
          <p:cNvPr id="18" name="Google Shape;18;p1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" name="Google Shape;19;p1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0" name="Google Shape;20;p1"/>
          <p:cNvCxnSpPr/>
          <p:nvPr/>
        </p:nvCxnSpPr>
        <p:spPr>
          <a:xfrm>
            <a:off x="2221707" y="278606"/>
            <a:ext cx="0" cy="502800"/>
          </a:xfrm>
          <a:prstGeom prst="straightConnector1">
            <a:avLst/>
          </a:prstGeom>
          <a:noFill/>
          <a:ln w="12700" cap="rnd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fticketing.org/logi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>
            <a:spLocks noGrp="1"/>
          </p:cNvSpPr>
          <p:nvPr>
            <p:ph type="ctrTitle"/>
          </p:nvPr>
        </p:nvSpPr>
        <p:spPr>
          <a:xfrm>
            <a:off x="1067400" y="3429000"/>
            <a:ext cx="10057200" cy="1112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>
              <a:lnSpc>
                <a:spcPct val="100000"/>
              </a:lnSpc>
            </a:pPr>
            <a:r>
              <a:rPr lang="en-US" b="1" dirty="0">
                <a:solidFill>
                  <a:schemeClr val="accent1"/>
                </a:solidFill>
              </a:rPr>
              <a:t>DF TICKETING SYSTEM</a:t>
            </a:r>
            <a:br>
              <a:rPr lang="en-US" b="1" dirty="0">
                <a:solidFill>
                  <a:schemeClr val="accent1"/>
                </a:solidFill>
              </a:rPr>
            </a:br>
            <a:r>
              <a:rPr lang="en-US" b="1" dirty="0">
                <a:solidFill>
                  <a:schemeClr val="accent1"/>
                </a:solidFill>
              </a:rPr>
              <a:t>Mobile Compatible</a:t>
            </a:r>
            <a:br>
              <a:rPr lang="en-US" b="1" dirty="0">
                <a:solidFill>
                  <a:schemeClr val="accent1"/>
                </a:solidFill>
              </a:rPr>
            </a:br>
            <a:br>
              <a:rPr lang="en-US" sz="2700" b="1" dirty="0">
                <a:solidFill>
                  <a:schemeClr val="accent1"/>
                </a:solidFill>
              </a:rPr>
            </a:br>
            <a:br>
              <a:rPr lang="en-US" b="1" dirty="0"/>
            </a:br>
            <a:r>
              <a:rPr lang="en-US" sz="2000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https://dfticketing.org</a:t>
            </a:r>
            <a:br>
              <a:rPr lang="en-US" sz="2000" dirty="0">
                <a:solidFill>
                  <a:srgbClr val="FF0000"/>
                </a:solidFill>
              </a:rPr>
            </a:br>
            <a:endParaRPr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9A4F9E-57DA-78A1-6680-46CEEF1C8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821" y="1081933"/>
            <a:ext cx="3088843" cy="5648456"/>
          </a:xfrm>
          <a:prstGeom prst="rect">
            <a:avLst/>
          </a:prstGeom>
        </p:spPr>
      </p:pic>
      <p:sp>
        <p:nvSpPr>
          <p:cNvPr id="193" name="Google Shape;193;p28"/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/>
              <a:t>Login Page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C8651F-2537-53D4-010A-CD3369F246D7}"/>
              </a:ext>
            </a:extLst>
          </p:cNvPr>
          <p:cNvSpPr txBox="1"/>
          <p:nvPr/>
        </p:nvSpPr>
        <p:spPr>
          <a:xfrm>
            <a:off x="8642554" y="1923079"/>
            <a:ext cx="26129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can log in using your DF email and the auto-generated password sent to your registered email address.</a:t>
            </a:r>
            <a:endParaRPr lang="en-IN" dirty="0"/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D8859D46-AE0C-B69B-5C33-FB845ED4894A}"/>
              </a:ext>
            </a:extLst>
          </p:cNvPr>
          <p:cNvCxnSpPr>
            <a:cxnSpLocks/>
            <a:stCxn id="4" idx="1"/>
          </p:cNvCxnSpPr>
          <p:nvPr/>
        </p:nvCxnSpPr>
        <p:spPr>
          <a:xfrm rot="10800000" flipV="1">
            <a:off x="4513006" y="2400132"/>
            <a:ext cx="4129548" cy="1931211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7B146E6-3E04-7F55-55F7-EB0D3CCF6236}"/>
              </a:ext>
            </a:extLst>
          </p:cNvPr>
          <p:cNvSpPr/>
          <p:nvPr/>
        </p:nvSpPr>
        <p:spPr>
          <a:xfrm>
            <a:off x="1715729" y="4015248"/>
            <a:ext cx="2669458" cy="14155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4998A3-FA19-8BC8-6594-C24DD87824FF}"/>
              </a:ext>
            </a:extLst>
          </p:cNvPr>
          <p:cNvSpPr txBox="1"/>
          <p:nvPr/>
        </p:nvSpPr>
        <p:spPr>
          <a:xfrm>
            <a:off x="9273334" y="3089869"/>
            <a:ext cx="1351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rgbClr val="FF0000"/>
                </a:solidFill>
              </a:rPr>
              <a:t>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0D36C5-4555-DA15-4F4F-3714CB70FA94}"/>
              </a:ext>
            </a:extLst>
          </p:cNvPr>
          <p:cNvSpPr txBox="1"/>
          <p:nvPr/>
        </p:nvSpPr>
        <p:spPr>
          <a:xfrm>
            <a:off x="8642552" y="4331344"/>
            <a:ext cx="26129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can log in using the Google option with your registered DF email address.</a:t>
            </a:r>
            <a:endParaRPr lang="en-IN" dirty="0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13FBEFCE-A62C-370A-F410-03C8C770F3B0}"/>
              </a:ext>
            </a:extLst>
          </p:cNvPr>
          <p:cNvCxnSpPr>
            <a:cxnSpLocks/>
          </p:cNvCxnSpPr>
          <p:nvPr/>
        </p:nvCxnSpPr>
        <p:spPr>
          <a:xfrm rot="10800000" flipV="1">
            <a:off x="4591664" y="4650655"/>
            <a:ext cx="3880352" cy="1327357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ACE318AB-CC2E-3DFF-037C-D3E95DC3BDCE}"/>
              </a:ext>
            </a:extLst>
          </p:cNvPr>
          <p:cNvSpPr/>
          <p:nvPr/>
        </p:nvSpPr>
        <p:spPr>
          <a:xfrm>
            <a:off x="1715728" y="5749943"/>
            <a:ext cx="2797277" cy="5737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2ADFF1A0-9A8D-934D-D66A-CAC8674A6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DCAA72-A5F1-FAF1-1E94-E70947807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5" y="982681"/>
            <a:ext cx="3479181" cy="5806495"/>
          </a:xfrm>
          <a:prstGeom prst="rect">
            <a:avLst/>
          </a:prstGeom>
        </p:spPr>
      </p:pic>
      <p:sp>
        <p:nvSpPr>
          <p:cNvPr id="193" name="Google Shape;193;p28">
            <a:extLst>
              <a:ext uri="{FF2B5EF4-FFF2-40B4-BE49-F238E27FC236}">
                <a16:creationId xmlns:a16="http://schemas.microsoft.com/office/drawing/2014/main" id="{325242D7-31AB-CF71-42C0-FDB35054A9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/>
              <a:t>Home Page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593215-BE44-E02A-11DF-BA211DCF0F97}"/>
              </a:ext>
            </a:extLst>
          </p:cNvPr>
          <p:cNvSpPr txBox="1"/>
          <p:nvPr/>
        </p:nvSpPr>
        <p:spPr>
          <a:xfrm>
            <a:off x="7532588" y="1525755"/>
            <a:ext cx="1935440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This is the Profile section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7179DB-E600-176B-0089-3323B69F5F44}"/>
              </a:ext>
            </a:extLst>
          </p:cNvPr>
          <p:cNvSpPr txBox="1"/>
          <p:nvPr/>
        </p:nvSpPr>
        <p:spPr>
          <a:xfrm>
            <a:off x="4979500" y="3559520"/>
            <a:ext cx="2612923" cy="11695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 this section, you can view the Report Details, including the Report Number, Report Period, Process Status, and Report Description.</a:t>
            </a:r>
            <a:endParaRPr lang="en-IN" dirty="0"/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6E837B11-58C0-2A3C-4B55-B5D643B30E2B}"/>
              </a:ext>
            </a:extLst>
          </p:cNvPr>
          <p:cNvSpPr/>
          <p:nvPr/>
        </p:nvSpPr>
        <p:spPr>
          <a:xfrm>
            <a:off x="4327034" y="3193266"/>
            <a:ext cx="392687" cy="1902060"/>
          </a:xfrm>
          <a:prstGeom prst="rightBrace">
            <a:avLst>
              <a:gd name="adj1" fmla="val 8333"/>
              <a:gd name="adj2" fmla="val 4717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4834989-702D-65C8-4425-03B6118F2964}"/>
              </a:ext>
            </a:extLst>
          </p:cNvPr>
          <p:cNvCxnSpPr>
            <a:cxnSpLocks/>
            <a:endCxn id="38" idx="3"/>
          </p:cNvCxnSpPr>
          <p:nvPr/>
        </p:nvCxnSpPr>
        <p:spPr>
          <a:xfrm flipH="1">
            <a:off x="5137444" y="1700453"/>
            <a:ext cx="2395144" cy="1062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75562CCC-8827-543B-4B08-7A5BC08871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7081" t="16344" b="74023"/>
          <a:stretch>
            <a:fillRect/>
          </a:stretch>
        </p:blipFill>
        <p:spPr>
          <a:xfrm>
            <a:off x="4430136" y="1522869"/>
            <a:ext cx="707308" cy="660601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682DE39D-26B6-D663-80FF-034885586BB0}"/>
              </a:ext>
            </a:extLst>
          </p:cNvPr>
          <p:cNvSpPr/>
          <p:nvPr/>
        </p:nvSpPr>
        <p:spPr>
          <a:xfrm>
            <a:off x="3854514" y="1438843"/>
            <a:ext cx="1282930" cy="7358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852A0DE0-6D1F-673C-37CB-686961DC5604}"/>
              </a:ext>
            </a:extLst>
          </p:cNvPr>
          <p:cNvCxnSpPr>
            <a:cxnSpLocks/>
          </p:cNvCxnSpPr>
          <p:nvPr/>
        </p:nvCxnSpPr>
        <p:spPr>
          <a:xfrm rot="10800000">
            <a:off x="3008673" y="2218576"/>
            <a:ext cx="3277288" cy="342518"/>
          </a:xfrm>
          <a:prstGeom prst="bentConnector3">
            <a:avLst>
              <a:gd name="adj1" fmla="val 7970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5B628BC-E1EA-6614-3FF6-2BFA689108C1}"/>
              </a:ext>
            </a:extLst>
          </p:cNvPr>
          <p:cNvSpPr txBox="1"/>
          <p:nvPr/>
        </p:nvSpPr>
        <p:spPr>
          <a:xfrm>
            <a:off x="6285961" y="2218576"/>
            <a:ext cx="1935440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the plus </a:t>
            </a:r>
            <a:r>
              <a:rPr lang="en-US" b="1" dirty="0">
                <a:solidFill>
                  <a:srgbClr val="FF0000"/>
                </a:solidFill>
              </a:rPr>
              <a:t>(+)</a:t>
            </a:r>
            <a:r>
              <a:rPr lang="en-US" dirty="0"/>
              <a:t> button to create a new report.</a:t>
            </a:r>
            <a:endParaRPr lang="en-IN" dirty="0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2BA4F125-75AB-2238-E3C2-7675544212E2}"/>
              </a:ext>
            </a:extLst>
          </p:cNvPr>
          <p:cNvCxnSpPr>
            <a:cxnSpLocks/>
          </p:cNvCxnSpPr>
          <p:nvPr/>
        </p:nvCxnSpPr>
        <p:spPr>
          <a:xfrm rot="10800000" flipV="1">
            <a:off x="1514169" y="5392343"/>
            <a:ext cx="3205553" cy="541942"/>
          </a:xfrm>
          <a:prstGeom prst="bentConnector3">
            <a:avLst>
              <a:gd name="adj1" fmla="val 9999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997CB6F-2492-9F53-12DD-0BD8553B90EC}"/>
              </a:ext>
            </a:extLst>
          </p:cNvPr>
          <p:cNvSpPr txBox="1"/>
          <p:nvPr/>
        </p:nvSpPr>
        <p:spPr>
          <a:xfrm>
            <a:off x="4779557" y="5165957"/>
            <a:ext cx="1935440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Home page </a:t>
            </a:r>
            <a:endParaRPr lang="en-IN" dirty="0"/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4F00789B-81B7-BC02-D2DF-F1871AC9F6F0}"/>
              </a:ext>
            </a:extLst>
          </p:cNvPr>
          <p:cNvCxnSpPr>
            <a:cxnSpLocks/>
          </p:cNvCxnSpPr>
          <p:nvPr/>
        </p:nvCxnSpPr>
        <p:spPr>
          <a:xfrm rot="10800000" flipV="1">
            <a:off x="2379407" y="5765467"/>
            <a:ext cx="2596497" cy="318318"/>
          </a:xfrm>
          <a:prstGeom prst="bentConnector3">
            <a:avLst>
              <a:gd name="adj1" fmla="val 100742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7D07735B-766E-399E-14A0-A39C181BD1E9}"/>
              </a:ext>
            </a:extLst>
          </p:cNvPr>
          <p:cNvCxnSpPr>
            <a:cxnSpLocks/>
          </p:cNvCxnSpPr>
          <p:nvPr/>
        </p:nvCxnSpPr>
        <p:spPr>
          <a:xfrm rot="10800000" flipV="1">
            <a:off x="4210185" y="6129421"/>
            <a:ext cx="1148396" cy="78733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02F565D-9D51-4EFC-AD6A-32F4A4042143}"/>
              </a:ext>
            </a:extLst>
          </p:cNvPr>
          <p:cNvSpPr txBox="1"/>
          <p:nvPr/>
        </p:nvSpPr>
        <p:spPr>
          <a:xfrm>
            <a:off x="4975901" y="5580873"/>
            <a:ext cx="1935440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Reports page </a:t>
            </a:r>
            <a:endParaRPr lang="en-I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5CD01A-769C-3CFB-A8D0-51C5FE0AAA54}"/>
              </a:ext>
            </a:extLst>
          </p:cNvPr>
          <p:cNvSpPr txBox="1"/>
          <p:nvPr/>
        </p:nvSpPr>
        <p:spPr>
          <a:xfrm>
            <a:off x="5486378" y="5964151"/>
            <a:ext cx="1935440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Contact Us page </a:t>
            </a:r>
            <a:endParaRPr lang="en-IN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9249DEFD-1F9F-CBFD-A899-B7D3237778DB}"/>
              </a:ext>
            </a:extLst>
          </p:cNvPr>
          <p:cNvCxnSpPr>
            <a:cxnSpLocks/>
          </p:cNvCxnSpPr>
          <p:nvPr/>
        </p:nvCxnSpPr>
        <p:spPr>
          <a:xfrm rot="10800000">
            <a:off x="3347126" y="6391563"/>
            <a:ext cx="2510071" cy="192761"/>
          </a:xfrm>
          <a:prstGeom prst="bentConnector3">
            <a:avLst>
              <a:gd name="adj1" fmla="val 9974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45927CD-10FA-32C9-C8DD-1A02ADED430D}"/>
              </a:ext>
            </a:extLst>
          </p:cNvPr>
          <p:cNvSpPr txBox="1"/>
          <p:nvPr/>
        </p:nvSpPr>
        <p:spPr>
          <a:xfrm>
            <a:off x="5825591" y="6401686"/>
            <a:ext cx="1935440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My Team page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1759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F813345E-AE28-A995-DD45-8A64C907A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F624712-020F-1D3F-39C0-217BEA2A1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880" y="1050067"/>
            <a:ext cx="2911630" cy="51590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D59168-16E0-C4F1-9FB8-F6710CADC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435" y="964600"/>
            <a:ext cx="2652030" cy="5893400"/>
          </a:xfrm>
          <a:prstGeom prst="rect">
            <a:avLst/>
          </a:prstGeom>
        </p:spPr>
      </p:pic>
      <p:sp>
        <p:nvSpPr>
          <p:cNvPr id="193" name="Google Shape;193;p28">
            <a:extLst>
              <a:ext uri="{FF2B5EF4-FFF2-40B4-BE49-F238E27FC236}">
                <a16:creationId xmlns:a16="http://schemas.microsoft.com/office/drawing/2014/main" id="{5966FA67-5D6D-9EE0-DF19-6D2CDE6BA4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/>
              <a:t>Manager Page (My Team)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A6893BD2-0F67-C078-9D77-7199A1616599}"/>
              </a:ext>
            </a:extLst>
          </p:cNvPr>
          <p:cNvCxnSpPr>
            <a:cxnSpLocks/>
          </p:cNvCxnSpPr>
          <p:nvPr/>
        </p:nvCxnSpPr>
        <p:spPr>
          <a:xfrm rot="10800000" flipV="1">
            <a:off x="2664544" y="5732023"/>
            <a:ext cx="1475013" cy="285320"/>
          </a:xfrm>
          <a:prstGeom prst="bentConnector3">
            <a:avLst>
              <a:gd name="adj1" fmla="val 9932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6BBE405-D502-8783-F3D6-106BA4EB029E}"/>
              </a:ext>
            </a:extLst>
          </p:cNvPr>
          <p:cNvSpPr txBox="1"/>
          <p:nvPr/>
        </p:nvSpPr>
        <p:spPr>
          <a:xfrm>
            <a:off x="4139556" y="5732021"/>
            <a:ext cx="2166323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Managers can view the reports raised by their team under the 'My Team' section.</a:t>
            </a:r>
            <a:endParaRPr lang="en-IN" dirty="0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8BAF9102-43FE-9353-4D40-74477D114A78}"/>
              </a:ext>
            </a:extLst>
          </p:cNvPr>
          <p:cNvSpPr/>
          <p:nvPr/>
        </p:nvSpPr>
        <p:spPr>
          <a:xfrm>
            <a:off x="3401632" y="2947834"/>
            <a:ext cx="392687" cy="2561307"/>
          </a:xfrm>
          <a:prstGeom prst="rightBrace">
            <a:avLst>
              <a:gd name="adj1" fmla="val 8333"/>
              <a:gd name="adj2" fmla="val 33301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BEFDB5-F6F0-EC5A-24A9-1BE79D2931EC}"/>
              </a:ext>
            </a:extLst>
          </p:cNvPr>
          <p:cNvSpPr txBox="1"/>
          <p:nvPr/>
        </p:nvSpPr>
        <p:spPr>
          <a:xfrm>
            <a:off x="3865797" y="3514313"/>
            <a:ext cx="2166323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List of reports raised by Manager’s Team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A8CF40-1C65-A181-A0C0-D1C2252B9802}"/>
              </a:ext>
            </a:extLst>
          </p:cNvPr>
          <p:cNvSpPr txBox="1"/>
          <p:nvPr/>
        </p:nvSpPr>
        <p:spPr>
          <a:xfrm>
            <a:off x="4573626" y="1654272"/>
            <a:ext cx="2166323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Count of Reports status </a:t>
            </a:r>
            <a:endParaRPr lang="en-IN" dirty="0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60ECD471-1BD8-5F64-6386-9F7A9717DBC6}"/>
              </a:ext>
            </a:extLst>
          </p:cNvPr>
          <p:cNvCxnSpPr>
            <a:cxnSpLocks/>
            <a:stCxn id="11" idx="1"/>
          </p:cNvCxnSpPr>
          <p:nvPr/>
        </p:nvCxnSpPr>
        <p:spPr>
          <a:xfrm rot="10800000" flipV="1">
            <a:off x="3333136" y="1808161"/>
            <a:ext cx="1240491" cy="296112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AB0C02CE-9C0D-AD03-7747-82443498712B}"/>
              </a:ext>
            </a:extLst>
          </p:cNvPr>
          <p:cNvCxnSpPr>
            <a:cxnSpLocks/>
          </p:cNvCxnSpPr>
          <p:nvPr/>
        </p:nvCxnSpPr>
        <p:spPr>
          <a:xfrm>
            <a:off x="6357515" y="2035275"/>
            <a:ext cx="1310365" cy="1072240"/>
          </a:xfrm>
          <a:prstGeom prst="bentConnector3">
            <a:avLst>
              <a:gd name="adj1" fmla="val -102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0275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26CE3F08-8105-F5CC-522F-DAC7AA91E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D484D7-8732-EA4E-D3E5-5C269E10A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462" y="1029924"/>
            <a:ext cx="2984667" cy="53167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C1A754-81F7-58EE-F06D-30DA99A6A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6353" y="1029924"/>
            <a:ext cx="3219488" cy="5768908"/>
          </a:xfrm>
          <a:prstGeom prst="rect">
            <a:avLst/>
          </a:prstGeom>
        </p:spPr>
      </p:pic>
      <p:sp>
        <p:nvSpPr>
          <p:cNvPr id="193" name="Google Shape;193;p28">
            <a:extLst>
              <a:ext uri="{FF2B5EF4-FFF2-40B4-BE49-F238E27FC236}">
                <a16:creationId xmlns:a16="http://schemas.microsoft.com/office/drawing/2014/main" id="{3D972713-7326-E090-CA03-19BE4CC928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/>
              <a:t>Inside Report (My Team)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C14A5614-9770-82FF-3E51-77CCB3AEF549}"/>
              </a:ext>
            </a:extLst>
          </p:cNvPr>
          <p:cNvSpPr/>
          <p:nvPr/>
        </p:nvSpPr>
        <p:spPr>
          <a:xfrm>
            <a:off x="3392129" y="2563762"/>
            <a:ext cx="392687" cy="3025880"/>
          </a:xfrm>
          <a:prstGeom prst="rightBrace">
            <a:avLst>
              <a:gd name="adj1" fmla="val 8333"/>
              <a:gd name="adj2" fmla="val 33301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9C91A8-4C76-F5E5-8019-B82FBC65C99F}"/>
              </a:ext>
            </a:extLst>
          </p:cNvPr>
          <p:cNvSpPr txBox="1"/>
          <p:nvPr/>
        </p:nvSpPr>
        <p:spPr>
          <a:xfrm>
            <a:off x="3784816" y="3306082"/>
            <a:ext cx="2166323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List of tickets raised by a team member inside the report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8D1A9B-52E6-861F-4D37-8017ED1D4369}"/>
              </a:ext>
            </a:extLst>
          </p:cNvPr>
          <p:cNvSpPr txBox="1"/>
          <p:nvPr/>
        </p:nvSpPr>
        <p:spPr>
          <a:xfrm>
            <a:off x="4366079" y="1785163"/>
            <a:ext cx="2166323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Count of tickets status </a:t>
            </a:r>
            <a:endParaRPr lang="en-IN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ECEDAD70-F9DC-AF0F-C120-04CA52E39360}"/>
              </a:ext>
            </a:extLst>
          </p:cNvPr>
          <p:cNvCxnSpPr>
            <a:cxnSpLocks/>
            <a:stCxn id="11" idx="1"/>
          </p:cNvCxnSpPr>
          <p:nvPr/>
        </p:nvCxnSpPr>
        <p:spPr>
          <a:xfrm rot="10800000" flipV="1">
            <a:off x="3313475" y="1939051"/>
            <a:ext cx="1052605" cy="162387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DFB5FD81-7B0A-5359-F6BB-0BE681690CAC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6532402" y="1939052"/>
            <a:ext cx="1555213" cy="105925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2102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908E958F-6D17-FB61-5099-18F1A2BBF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82B835D-9DCD-DD9F-3DD3-30D25362FA80}"/>
              </a:ext>
            </a:extLst>
          </p:cNvPr>
          <p:cNvGrpSpPr/>
          <p:nvPr/>
        </p:nvGrpSpPr>
        <p:grpSpPr>
          <a:xfrm>
            <a:off x="187429" y="1029929"/>
            <a:ext cx="2447056" cy="5334000"/>
            <a:chOff x="187429" y="1029929"/>
            <a:chExt cx="2447056" cy="5334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C22ADAC-86CA-1183-238B-1E7963EC02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7092" y="1029929"/>
              <a:ext cx="2400300" cy="53340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3D134E8-175D-FCBD-F60D-70F23DABE2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654" t="53389" r="45679" b="42722"/>
            <a:stretch>
              <a:fillRect/>
            </a:stretch>
          </p:blipFill>
          <p:spPr>
            <a:xfrm>
              <a:off x="1150373" y="4658199"/>
              <a:ext cx="401942" cy="20841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4B1E285-6A1A-1FFB-5DF2-C220D42B2F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57148" b="40502"/>
            <a:stretch>
              <a:fillRect/>
            </a:stretch>
          </p:blipFill>
          <p:spPr>
            <a:xfrm>
              <a:off x="187429" y="4837471"/>
              <a:ext cx="2447056" cy="127819"/>
            </a:xfrm>
            <a:prstGeom prst="rect">
              <a:avLst/>
            </a:prstGeom>
          </p:spPr>
        </p:pic>
      </p:grpSp>
      <p:sp>
        <p:nvSpPr>
          <p:cNvPr id="193" name="Google Shape;193;p28">
            <a:extLst>
              <a:ext uri="{FF2B5EF4-FFF2-40B4-BE49-F238E27FC236}">
                <a16:creationId xmlns:a16="http://schemas.microsoft.com/office/drawing/2014/main" id="{822FE95F-57A8-B745-5AA3-9AD69BFEF9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/>
              <a:t>Inside Ticket (</a:t>
            </a:r>
            <a:r>
              <a:rPr lang="en-US" sz="4000"/>
              <a:t>My Team)</a:t>
            </a:r>
            <a:endParaRPr lang="en-US" sz="4000" dirty="0"/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0B01CA29-4019-EC93-07FE-5E50424D3106}"/>
              </a:ext>
            </a:extLst>
          </p:cNvPr>
          <p:cNvCxnSpPr>
            <a:cxnSpLocks/>
          </p:cNvCxnSpPr>
          <p:nvPr/>
        </p:nvCxnSpPr>
        <p:spPr>
          <a:xfrm rot="10800000">
            <a:off x="1552316" y="4762408"/>
            <a:ext cx="1101833" cy="733825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9F0D19E-8532-BE4B-3392-54D234FF53A9}"/>
              </a:ext>
            </a:extLst>
          </p:cNvPr>
          <p:cNvSpPr txBox="1"/>
          <p:nvPr/>
        </p:nvSpPr>
        <p:spPr>
          <a:xfrm>
            <a:off x="2654148" y="4762406"/>
            <a:ext cx="1887794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Managers need to approve/modify the amount in every section then they will get the approve button for the ticket.</a:t>
            </a: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7290BA3-95E0-CFF8-E4CE-67C89DCD8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549" y="1165122"/>
            <a:ext cx="2278626" cy="506361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47C1AB7-D8A2-9BA9-EF9D-CD4CC09F1D04}"/>
              </a:ext>
            </a:extLst>
          </p:cNvPr>
          <p:cNvSpPr txBox="1"/>
          <p:nvPr/>
        </p:nvSpPr>
        <p:spPr>
          <a:xfrm>
            <a:off x="2654148" y="2889361"/>
            <a:ext cx="1887794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Once checked , a popup will come and the </a:t>
            </a:r>
            <a:r>
              <a:rPr lang="en-US" dirty="0" err="1"/>
              <a:t>colour</a:t>
            </a:r>
            <a:r>
              <a:rPr lang="en-US" dirty="0"/>
              <a:t> will fade . And the Manager grant amount will be filled automatically</a:t>
            </a:r>
            <a:endParaRPr lang="en-IN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BCDD771-E876-E5A7-C687-B2BF735E3A74}"/>
              </a:ext>
            </a:extLst>
          </p:cNvPr>
          <p:cNvCxnSpPr>
            <a:cxnSpLocks/>
          </p:cNvCxnSpPr>
          <p:nvPr/>
        </p:nvCxnSpPr>
        <p:spPr>
          <a:xfrm>
            <a:off x="4588698" y="3873910"/>
            <a:ext cx="1114011" cy="685767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C9E10F0C-612E-79A9-C890-729DA66918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7670" y="968187"/>
            <a:ext cx="2787750" cy="567061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254C0F6-F22E-D26B-A2E4-3D9B7E46D921}"/>
              </a:ext>
            </a:extLst>
          </p:cNvPr>
          <p:cNvSpPr txBox="1"/>
          <p:nvPr/>
        </p:nvSpPr>
        <p:spPr>
          <a:xfrm>
            <a:off x="7313203" y="2736502"/>
            <a:ext cx="1454559" cy="16004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Once all the Manager grants of all the section is ticked , then only the </a:t>
            </a:r>
            <a:r>
              <a:rPr lang="en-US" b="1" dirty="0"/>
              <a:t>Approve</a:t>
            </a:r>
            <a:r>
              <a:rPr lang="en-US" dirty="0"/>
              <a:t> button appears. </a:t>
            </a:r>
            <a:endParaRPr lang="en-IN" dirty="0"/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CDC2FF06-1C44-8C0F-1EB0-92C8E178F6F7}"/>
              </a:ext>
            </a:extLst>
          </p:cNvPr>
          <p:cNvCxnSpPr>
            <a:cxnSpLocks/>
          </p:cNvCxnSpPr>
          <p:nvPr/>
        </p:nvCxnSpPr>
        <p:spPr>
          <a:xfrm rot="16200000" flipH="1">
            <a:off x="8083834" y="4451735"/>
            <a:ext cx="1775182" cy="313813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1273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B6A9CEEA-2135-9445-F412-B56349B25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>
            <a:extLst>
              <a:ext uri="{FF2B5EF4-FFF2-40B4-BE49-F238E27FC236}">
                <a16:creationId xmlns:a16="http://schemas.microsoft.com/office/drawing/2014/main" id="{3580C915-39B2-55B2-45D1-A5C9C078C5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/>
              <a:t>Contact </a:t>
            </a:r>
            <a:r>
              <a:rPr lang="en-US" sz="4000" dirty="0"/>
              <a:t>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A09C64-CECF-25F6-E15D-086726F5F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297" y="987085"/>
            <a:ext cx="3126045" cy="565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459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8"/>
          <p:cNvSpPr txBox="1">
            <a:spLocks noGrp="1"/>
          </p:cNvSpPr>
          <p:nvPr>
            <p:ph type="title"/>
          </p:nvPr>
        </p:nvSpPr>
        <p:spPr>
          <a:xfrm>
            <a:off x="838200" y="3201427"/>
            <a:ext cx="10515600" cy="455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Calibri"/>
              <a:buNone/>
            </a:pPr>
            <a:r>
              <a:rPr lang="en-US" dirty="0">
                <a:solidFill>
                  <a:schemeClr val="tx1"/>
                </a:solidFill>
              </a:rPr>
              <a:t>Thank You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34" name="Google Shape;334;p48"/>
          <p:cNvSpPr txBox="1">
            <a:spLocks noGrp="1"/>
          </p:cNvSpPr>
          <p:nvPr>
            <p:ph type="body" idx="1"/>
          </p:nvPr>
        </p:nvSpPr>
        <p:spPr>
          <a:xfrm>
            <a:off x="838200" y="1008529"/>
            <a:ext cx="10515600" cy="5168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35" name="Google Shape;335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Green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235</Words>
  <Application>Microsoft Office PowerPoint</Application>
  <PresentationFormat>Widescreen</PresentationFormat>
  <Paragraphs>30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Trebuchet MS</vt:lpstr>
      <vt:lpstr>Calibri</vt:lpstr>
      <vt:lpstr>Raleway Light</vt:lpstr>
      <vt:lpstr>Arial</vt:lpstr>
      <vt:lpstr>Courier New</vt:lpstr>
      <vt:lpstr>Noto Sans Symbols</vt:lpstr>
      <vt:lpstr>Poppins</vt:lpstr>
      <vt:lpstr>Poppins Light</vt:lpstr>
      <vt:lpstr>Facet</vt:lpstr>
      <vt:lpstr>PowerPoint Presentation</vt:lpstr>
      <vt:lpstr>DF TICKETING SYSTEM Mobile Compatible   https://dfticketing.org </vt:lpstr>
      <vt:lpstr>Login Page</vt:lpstr>
      <vt:lpstr>Home Page</vt:lpstr>
      <vt:lpstr>Manager Page (My Team)</vt:lpstr>
      <vt:lpstr>Inside Report (My Team)</vt:lpstr>
      <vt:lpstr>Inside Ticket (My Team)</vt:lpstr>
      <vt:lpstr>Contact Page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Amlanjyoti Laha</cp:lastModifiedBy>
  <cp:revision>43</cp:revision>
  <dcterms:modified xsi:type="dcterms:W3CDTF">2026-04-22T10:24:11Z</dcterms:modified>
</cp:coreProperties>
</file>