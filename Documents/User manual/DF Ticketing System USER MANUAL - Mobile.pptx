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79" r:id="rId5"/>
    <p:sldId id="281" r:id="rId6"/>
    <p:sldId id="280" r:id="rId7"/>
    <p:sldId id="282" r:id="rId8"/>
    <p:sldId id="283" r:id="rId9"/>
    <p:sldId id="284" r:id="rId10"/>
    <p:sldId id="305" r:id="rId11"/>
    <p:sldId id="288" r:id="rId12"/>
    <p:sldId id="303" r:id="rId13"/>
    <p:sldId id="301" r:id="rId14"/>
    <p:sldId id="278" r:id="rId15"/>
  </p:sldIdLst>
  <p:sldSz cx="12192000" cy="6858000"/>
  <p:notesSz cx="6858000" cy="9144000"/>
  <p:embeddedFontLs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Light" panose="00000400000000000000" pitchFamily="2" charset="0"/>
      <p:regular r:id="rId21"/>
      <p:bold r:id="rId22"/>
      <p:italic r:id="rId23"/>
      <p:boldItalic r:id="rId24"/>
    </p:embeddedFont>
    <p:embeddedFont>
      <p:font typeface="Raleway Light" pitchFamily="2" charset="0"/>
      <p:regular r:id="rId25"/>
      <p:bold r:id="rId26"/>
      <p:italic r:id="rId27"/>
      <p:boldItalic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1fc814961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1fc814961_0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11fc814961_0_3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EEBF962-A4E9-ECCB-7CB4-16025C35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DBB54B76-2A7C-2355-346D-1672F33EA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F4FB4526-3DCD-F784-F12B-4BA1F0CEA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12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D4B8C4F9-B005-242F-EAD7-950B9200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1C2EA573-317C-E29B-3A89-76543ED737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AA083AD4-3283-B528-9F13-A95EE0097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2038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9BC4F985-ECE7-2A75-13FD-B67D8E5D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8665C94A-1F0E-A2C2-178D-0B5077F2C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3B77E36F-125F-1B74-1CFD-975D7021C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1435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7AB1952-8514-CA50-B90E-1BB6CCCBD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B4F52C4B-002F-2EF1-BEF6-0F6E8251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DB8C8F37-072D-7E0F-2E7C-A0CB31FEA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4595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13FF0A07-FC89-C7C0-90F6-12FD9BD7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B6ADBE50-2E2A-FE3D-2A69-3F99DA222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09B2930F-CFC3-D1C6-E5BE-FE0F34B00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6518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6D44BFBC-20A5-5993-5EDA-19F5CE39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CB0E4C8-1B93-B002-2B7C-2B5458C1C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A50C2EFC-D6B6-C523-2E3D-70EB41411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886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2D4E229F-111D-1EFF-3ECA-80E63F8A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D31B8933-B688-06C3-2BCF-99878D259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7AC6E897-F86C-CC39-A695-0F095EE25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260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A86250B-E720-BDB5-9677-A3C67B96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517980D-5C76-9546-2C9E-4B287D591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90D0D6F7-C273-8B12-6C93-3C075EED3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5268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982900" y="3643165"/>
            <a:ext cx="8226300" cy="17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9646"/>
              </a:buClr>
              <a:buSzPts val="5400"/>
              <a:buFont typeface="Poppins"/>
              <a:buNone/>
              <a:defRPr sz="5400">
                <a:solidFill>
                  <a:srgbClr val="00964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3001818" y="5247976"/>
            <a:ext cx="61884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083132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0" y="0"/>
            <a:ext cx="12192000" cy="32994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10508" y="1329180"/>
            <a:ext cx="2570986" cy="641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"/>
          <p:cNvCxnSpPr/>
          <p:nvPr/>
        </p:nvCxnSpPr>
        <p:spPr>
          <a:xfrm>
            <a:off x="387540" y="3413130"/>
            <a:ext cx="11127000" cy="0"/>
          </a:xfrm>
          <a:prstGeom prst="straightConnector1">
            <a:avLst/>
          </a:prstGeom>
          <a:noFill/>
          <a:ln w="12700" cap="rnd" cmpd="sng">
            <a:solidFill>
              <a:srgbClr val="009646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8" name="Google Shape;2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3450" y="2200225"/>
            <a:ext cx="2205102" cy="5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6076708" y="0"/>
            <a:ext cx="6115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45669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45669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2">
            <a:alphaModFix/>
          </a:blip>
          <a:srcRect r="-20"/>
          <a:stretch/>
        </p:blipFill>
        <p:spPr>
          <a:xfrm>
            <a:off x="1761975" y="709400"/>
            <a:ext cx="2572549" cy="6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3"/>
          <p:cNvSpPr/>
          <p:nvPr/>
        </p:nvSpPr>
        <p:spPr>
          <a:xfrm>
            <a:off x="1150686" y="1721292"/>
            <a:ext cx="37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step towards rural transformation</a:t>
            </a:r>
            <a:endParaRPr/>
          </a:p>
        </p:txBody>
      </p:sp>
      <p:cxnSp>
        <p:nvCxnSpPr>
          <p:cNvPr id="38" name="Google Shape;38;p3"/>
          <p:cNvCxnSpPr/>
          <p:nvPr/>
        </p:nvCxnSpPr>
        <p:spPr>
          <a:xfrm>
            <a:off x="977153" y="2100358"/>
            <a:ext cx="4141800" cy="0"/>
          </a:xfrm>
          <a:prstGeom prst="straightConnector1">
            <a:avLst/>
          </a:prstGeom>
          <a:noFill/>
          <a:ln w="12700" cap="rnd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2536025" y="218475"/>
            <a:ext cx="90006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811805" y="1130301"/>
            <a:ext cx="9963900" cy="47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733907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81127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">
  <p:cSld name="Graphic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2536031" y="207169"/>
            <a:ext cx="82383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733907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81127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>
            <a:spLocks noGrp="1"/>
          </p:cNvSpPr>
          <p:nvPr>
            <p:ph type="dgm" idx="2"/>
          </p:nvPr>
        </p:nvSpPr>
        <p:spPr>
          <a:xfrm>
            <a:off x="811274" y="1131033"/>
            <a:ext cx="9963300" cy="47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Noto Sans Symbols"/>
              <a:buChar char="❖"/>
              <a:defRPr sz="2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Noto Sans Symbols"/>
              <a:buChar char="⮚"/>
              <a:defRPr sz="18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Noto Sans Symbols"/>
              <a:buChar char="✔"/>
              <a:defRPr sz="16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Courier New"/>
              <a:buChar char="o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icture with Caption">
  <p:cSld name="4_Picture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811805" y="1003852"/>
            <a:ext cx="101946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811805" y="194534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7"/>
          <p:cNvSpPr>
            <a:spLocks noGrp="1"/>
          </p:cNvSpPr>
          <p:nvPr>
            <p:ph type="pic" idx="3"/>
          </p:nvPr>
        </p:nvSpPr>
        <p:spPr>
          <a:xfrm>
            <a:off x="5966511" y="194534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7"/>
          <p:cNvSpPr>
            <a:spLocks noGrp="1"/>
          </p:cNvSpPr>
          <p:nvPr>
            <p:ph type="pic" idx="4"/>
          </p:nvPr>
        </p:nvSpPr>
        <p:spPr>
          <a:xfrm>
            <a:off x="811805" y="440167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7"/>
          <p:cNvSpPr>
            <a:spLocks noGrp="1"/>
          </p:cNvSpPr>
          <p:nvPr>
            <p:ph type="pic" idx="5"/>
          </p:nvPr>
        </p:nvSpPr>
        <p:spPr>
          <a:xfrm>
            <a:off x="5966511" y="4401671"/>
            <a:ext cx="5040000" cy="23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811804" y="4663677"/>
            <a:ext cx="99639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>
            <a:spLocks noGrp="1"/>
          </p:cNvSpPr>
          <p:nvPr>
            <p:ph type="pic" idx="2"/>
          </p:nvPr>
        </p:nvSpPr>
        <p:spPr>
          <a:xfrm>
            <a:off x="811804" y="1070754"/>
            <a:ext cx="4860000" cy="3456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8"/>
          <p:cNvSpPr txBox="1">
            <a:spLocks noGrp="1"/>
          </p:cNvSpPr>
          <p:nvPr>
            <p:ph type="body" idx="1"/>
          </p:nvPr>
        </p:nvSpPr>
        <p:spPr>
          <a:xfrm>
            <a:off x="811804" y="5230415"/>
            <a:ext cx="99639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>
            <a:spLocks noGrp="1"/>
          </p:cNvSpPr>
          <p:nvPr>
            <p:ph type="pic" idx="3"/>
          </p:nvPr>
        </p:nvSpPr>
        <p:spPr>
          <a:xfrm>
            <a:off x="5915575" y="1070754"/>
            <a:ext cx="4860000" cy="345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533448" y="201107"/>
            <a:ext cx="8242200" cy="9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>
            <a:spLocks noGrp="1"/>
          </p:cNvSpPr>
          <p:nvPr>
            <p:ph type="chart" idx="2"/>
          </p:nvPr>
        </p:nvSpPr>
        <p:spPr>
          <a:xfrm>
            <a:off x="811274" y="1131033"/>
            <a:ext cx="9963900" cy="4784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Noto Sans Symbols"/>
              <a:buChar char="❖"/>
              <a:defRPr sz="2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Noto Sans Symbols"/>
              <a:buChar char="⮚"/>
              <a:defRPr sz="18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Noto Sans Symbols"/>
              <a:buChar char="✔"/>
              <a:defRPr sz="16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Courier New"/>
              <a:buChar char="o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2526306" y="207169"/>
            <a:ext cx="82494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>
            <a:off x="811805" y="1144587"/>
            <a:ext cx="4854000" cy="4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2"/>
          </p:nvPr>
        </p:nvSpPr>
        <p:spPr>
          <a:xfrm>
            <a:off x="5921688" y="1144587"/>
            <a:ext cx="4854000" cy="4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Poppi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>
            <a:off x="811805" y="1136556"/>
            <a:ext cx="48609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009646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Poppins Light"/>
              <a:buNone/>
              <a:defRPr sz="20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2"/>
          </p:nvPr>
        </p:nvSpPr>
        <p:spPr>
          <a:xfrm>
            <a:off x="811805" y="1712818"/>
            <a:ext cx="4860900" cy="4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3"/>
          </p:nvPr>
        </p:nvSpPr>
        <p:spPr>
          <a:xfrm>
            <a:off x="5914727" y="1136556"/>
            <a:ext cx="48609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009646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Poppins Light"/>
              <a:buNone/>
              <a:defRPr sz="20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4"/>
          </p:nvPr>
        </p:nvSpPr>
        <p:spPr>
          <a:xfrm>
            <a:off x="5914728" y="1712818"/>
            <a:ext cx="4860900" cy="4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811804" y="1167610"/>
            <a:ext cx="50643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6262035" y="1167609"/>
            <a:ext cx="4513500" cy="47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2"/>
          </p:nvPr>
        </p:nvSpPr>
        <p:spPr>
          <a:xfrm>
            <a:off x="811804" y="2446075"/>
            <a:ext cx="5064300" cy="3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11805" y="4627959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>
            <a:spLocks noGrp="1"/>
          </p:cNvSpPr>
          <p:nvPr>
            <p:ph type="pic" idx="2"/>
          </p:nvPr>
        </p:nvSpPr>
        <p:spPr>
          <a:xfrm>
            <a:off x="811805" y="1003852"/>
            <a:ext cx="9963900" cy="345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811805" y="5194697"/>
            <a:ext cx="85968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Title">
  <p:cSld name="1_Picture with 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>
            <a:spLocks noGrp="1"/>
          </p:cNvSpPr>
          <p:nvPr>
            <p:ph type="pic" idx="2"/>
          </p:nvPr>
        </p:nvSpPr>
        <p:spPr>
          <a:xfrm>
            <a:off x="0" y="989279"/>
            <a:ext cx="11681100" cy="5868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811805" y="5228594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811805" y="5795332"/>
            <a:ext cx="85968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811804" y="1182688"/>
            <a:ext cx="8596800" cy="30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811804" y="4335722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1074769" y="1224690"/>
            <a:ext cx="8094000" cy="25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820767" y="4083873"/>
            <a:ext cx="8596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2"/>
          </p:nvPr>
        </p:nvSpPr>
        <p:spPr>
          <a:xfrm>
            <a:off x="820770" y="4598121"/>
            <a:ext cx="8596800" cy="13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685305" y="1224690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036446" y="3514608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1854699" y="1151685"/>
            <a:ext cx="8094000" cy="22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2289504" y="3632200"/>
            <a:ext cx="7224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xfrm>
            <a:off x="1600700" y="4273248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1440"/>
              <a:buFont typeface="Raleway Light"/>
              <a:buNone/>
              <a:defRPr sz="1800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Raleway Light"/>
              <a:buNone/>
              <a:defRPr sz="18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Raleway Light"/>
              <a:buNone/>
              <a:defRPr sz="16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1465235" y="1151684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9751151" y="313661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11804" y="1734765"/>
            <a:ext cx="8596800" cy="2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811804" y="4464843"/>
            <a:ext cx="85968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811803" y="1127728"/>
            <a:ext cx="9963900" cy="26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803460" y="4063206"/>
            <a:ext cx="99735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2"/>
          </p:nvPr>
        </p:nvSpPr>
        <p:spPr>
          <a:xfrm>
            <a:off x="803463" y="4577454"/>
            <a:ext cx="9973500" cy="13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 rot="-5400000">
            <a:off x="3853352" y="-996084"/>
            <a:ext cx="3880800" cy="99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 rot="-5400000">
            <a:off x="-969446" y="2775099"/>
            <a:ext cx="4867200" cy="1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 rot="-5400000">
            <a:off x="4237225" y="-677453"/>
            <a:ext cx="4867200" cy="8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26">
            <a:alphaModFix amt="15000"/>
          </a:blip>
          <a:srcRect r="74367"/>
          <a:stretch/>
        </p:blipFill>
        <p:spPr>
          <a:xfrm>
            <a:off x="7871140" y="2474402"/>
            <a:ext cx="4320861" cy="426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811804" y="1142851"/>
            <a:ext cx="9963900" cy="47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052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Poppins Light"/>
              <a:buChar char="❖"/>
              <a:defRPr sz="2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Poppins Light"/>
              <a:buChar char="⮚"/>
              <a:defRPr sz="18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Poppins Light"/>
              <a:buChar char="✔"/>
              <a:defRPr sz="16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Poppins Light"/>
              <a:buChar char="o"/>
              <a:defRPr sz="1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Poppins Light"/>
              <a:buChar char="•"/>
              <a:defRPr sz="1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7">
            <a:alphaModFix/>
          </a:blip>
          <a:srcRect r="-644"/>
          <a:stretch/>
        </p:blipFill>
        <p:spPr>
          <a:xfrm>
            <a:off x="375750" y="365125"/>
            <a:ext cx="1454397" cy="359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387540" y="879676"/>
            <a:ext cx="11127000" cy="0"/>
          </a:xfrm>
          <a:prstGeom prst="straightConnector1">
            <a:avLst/>
          </a:prstGeom>
          <a:noFill/>
          <a:ln w="12700" cap="rnd" cmpd="sng">
            <a:solidFill>
              <a:srgbClr val="00964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"/>
          <p:cNvSpPr/>
          <p:nvPr/>
        </p:nvSpPr>
        <p:spPr>
          <a:xfrm>
            <a:off x="11479942" y="844952"/>
            <a:ext cx="69300" cy="693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" name="Google Shape;17;p1"/>
          <p:cNvSpPr/>
          <p:nvPr/>
        </p:nvSpPr>
        <p:spPr>
          <a:xfrm rot="-5400000">
            <a:off x="8508950" y="3175050"/>
            <a:ext cx="6858000" cy="5079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step towards rural transformation</a:t>
            </a:r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0" name="Google Shape;20;p1"/>
          <p:cNvCxnSpPr/>
          <p:nvPr/>
        </p:nvCxnSpPr>
        <p:spPr>
          <a:xfrm>
            <a:off x="2221707" y="278606"/>
            <a:ext cx="0" cy="502800"/>
          </a:xfrm>
          <a:prstGeom prst="straightConnector1">
            <a:avLst/>
          </a:prstGeom>
          <a:noFill/>
          <a:ln w="127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fticketing.org/log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ctrTitle"/>
          </p:nvPr>
        </p:nvSpPr>
        <p:spPr>
          <a:xfrm>
            <a:off x="1067400" y="3429000"/>
            <a:ext cx="10057200" cy="111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chemeClr val="accent1"/>
                </a:solidFill>
              </a:rPr>
              <a:t>DF TICKETING SYSTEM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Mobile Compatible</a:t>
            </a:r>
            <a:br>
              <a:rPr lang="en-US" b="1" dirty="0">
                <a:solidFill>
                  <a:schemeClr val="accent1"/>
                </a:solidFill>
              </a:rPr>
            </a:br>
            <a:br>
              <a:rPr lang="en-US" sz="2700" b="1" dirty="0">
                <a:solidFill>
                  <a:schemeClr val="accent1"/>
                </a:solidFill>
              </a:rPr>
            </a:br>
            <a:br>
              <a:rPr lang="en-US" b="1" dirty="0"/>
            </a:br>
            <a:r>
              <a:rPr lang="en-US" sz="2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https://dfticketing.org</a:t>
            </a:r>
            <a:br>
              <a:rPr lang="en-US" sz="2000" dirty="0">
                <a:solidFill>
                  <a:srgbClr val="FF0000"/>
                </a:solidFill>
              </a:rPr>
            </a:br>
            <a:endParaRPr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9A4F9E-57DA-78A1-6680-46CEEF1C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821" y="1081933"/>
            <a:ext cx="3088843" cy="5648456"/>
          </a:xfrm>
          <a:prstGeom prst="rect">
            <a:avLst/>
          </a:prstGeom>
        </p:spPr>
      </p:pic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Login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8651F-2537-53D4-010A-CD3369F246D7}"/>
              </a:ext>
            </a:extLst>
          </p:cNvPr>
          <p:cNvSpPr txBox="1"/>
          <p:nvPr/>
        </p:nvSpPr>
        <p:spPr>
          <a:xfrm>
            <a:off x="8642554" y="1923079"/>
            <a:ext cx="2612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log in using your DF email and the auto-generated password sent to your registered email address.</a:t>
            </a:r>
            <a:endParaRPr lang="en-IN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8859D46-AE0C-B69B-5C33-FB845ED4894A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4513006" y="2400132"/>
            <a:ext cx="4129548" cy="193121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7B146E6-3E04-7F55-55F7-EB0D3CCF6236}"/>
              </a:ext>
            </a:extLst>
          </p:cNvPr>
          <p:cNvSpPr/>
          <p:nvPr/>
        </p:nvSpPr>
        <p:spPr>
          <a:xfrm>
            <a:off x="1715729" y="4015248"/>
            <a:ext cx="2669458" cy="1415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998A3-FA19-8BC8-6594-C24DD87824FF}"/>
              </a:ext>
            </a:extLst>
          </p:cNvPr>
          <p:cNvSpPr txBox="1"/>
          <p:nvPr/>
        </p:nvSpPr>
        <p:spPr>
          <a:xfrm>
            <a:off x="9273334" y="3089869"/>
            <a:ext cx="1351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0D36C5-4555-DA15-4F4F-3714CB70FA94}"/>
              </a:ext>
            </a:extLst>
          </p:cNvPr>
          <p:cNvSpPr txBox="1"/>
          <p:nvPr/>
        </p:nvSpPr>
        <p:spPr>
          <a:xfrm>
            <a:off x="8642552" y="4331344"/>
            <a:ext cx="2612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log in using the Google option with your registered DF email address.</a:t>
            </a:r>
            <a:endParaRPr lang="en-IN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3FBEFCE-A62C-370A-F410-03C8C770F3B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91664" y="4650655"/>
            <a:ext cx="3880352" cy="132735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CE318AB-CC2E-3DFF-037C-D3E95DC3BDCE}"/>
              </a:ext>
            </a:extLst>
          </p:cNvPr>
          <p:cNvSpPr/>
          <p:nvPr/>
        </p:nvSpPr>
        <p:spPr>
          <a:xfrm>
            <a:off x="1715728" y="5749943"/>
            <a:ext cx="2797277" cy="573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2ADFF1A0-9A8D-934D-D66A-CAC8674A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BF57D2-E39B-77E3-9C15-D4640EA00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89" y="923715"/>
            <a:ext cx="3265389" cy="5806496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25242D7-31AB-CF71-42C0-FDB35054A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Home Page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93215-BE44-E02A-11DF-BA211DCF0F97}"/>
              </a:ext>
            </a:extLst>
          </p:cNvPr>
          <p:cNvSpPr txBox="1"/>
          <p:nvPr/>
        </p:nvSpPr>
        <p:spPr>
          <a:xfrm>
            <a:off x="7532588" y="1525755"/>
            <a:ext cx="193544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This is the Profile section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7179DB-E600-176B-0089-3323B69F5F44}"/>
              </a:ext>
            </a:extLst>
          </p:cNvPr>
          <p:cNvSpPr txBox="1"/>
          <p:nvPr/>
        </p:nvSpPr>
        <p:spPr>
          <a:xfrm>
            <a:off x="4979500" y="3559520"/>
            <a:ext cx="26129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section, you can view the Report Details, including the Report Number, Report Period, Process Status, and Report Description.</a:t>
            </a:r>
            <a:endParaRPr lang="en-IN" dirty="0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6E837B11-58C0-2A3C-4B55-B5D643B30E2B}"/>
              </a:ext>
            </a:extLst>
          </p:cNvPr>
          <p:cNvSpPr/>
          <p:nvPr/>
        </p:nvSpPr>
        <p:spPr>
          <a:xfrm>
            <a:off x="4327034" y="3193266"/>
            <a:ext cx="392687" cy="1902060"/>
          </a:xfrm>
          <a:prstGeom prst="rightBrace">
            <a:avLst>
              <a:gd name="adj1" fmla="val 8333"/>
              <a:gd name="adj2" fmla="val 4717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834989-702D-65C8-4425-03B6118F2964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5137444" y="1700453"/>
            <a:ext cx="2395144" cy="106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5562CCC-8827-543B-4B08-7A5BC08871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081" t="16344" b="74023"/>
          <a:stretch>
            <a:fillRect/>
          </a:stretch>
        </p:blipFill>
        <p:spPr>
          <a:xfrm>
            <a:off x="4430136" y="1522869"/>
            <a:ext cx="707308" cy="66060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82DE39D-26B6-D663-80FF-034885586BB0}"/>
              </a:ext>
            </a:extLst>
          </p:cNvPr>
          <p:cNvSpPr/>
          <p:nvPr/>
        </p:nvSpPr>
        <p:spPr>
          <a:xfrm>
            <a:off x="3854514" y="1438843"/>
            <a:ext cx="1282930" cy="735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52A0DE0-6D1F-673C-37CB-686961DC5604}"/>
              </a:ext>
            </a:extLst>
          </p:cNvPr>
          <p:cNvCxnSpPr>
            <a:cxnSpLocks/>
          </p:cNvCxnSpPr>
          <p:nvPr/>
        </p:nvCxnSpPr>
        <p:spPr>
          <a:xfrm rot="10800000">
            <a:off x="3008673" y="2218576"/>
            <a:ext cx="3277288" cy="342518"/>
          </a:xfrm>
          <a:prstGeom prst="bentConnector3">
            <a:avLst>
              <a:gd name="adj1" fmla="val 7970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5B628BC-E1EA-6614-3FF6-2BFA689108C1}"/>
              </a:ext>
            </a:extLst>
          </p:cNvPr>
          <p:cNvSpPr txBox="1"/>
          <p:nvPr/>
        </p:nvSpPr>
        <p:spPr>
          <a:xfrm>
            <a:off x="6285961" y="2218576"/>
            <a:ext cx="1935440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plus </a:t>
            </a:r>
            <a:r>
              <a:rPr lang="en-US" b="1" dirty="0">
                <a:solidFill>
                  <a:srgbClr val="FF0000"/>
                </a:solidFill>
              </a:rPr>
              <a:t>(+)</a:t>
            </a:r>
            <a:r>
              <a:rPr lang="en-US" dirty="0"/>
              <a:t> button to create a new report.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BA4F125-75AB-2238-E3C2-7675544212E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14169" y="5392343"/>
            <a:ext cx="3205553" cy="541942"/>
          </a:xfrm>
          <a:prstGeom prst="bentConnector3">
            <a:avLst>
              <a:gd name="adj1" fmla="val 9999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97CB6F-2492-9F53-12DD-0BD8553B90EC}"/>
              </a:ext>
            </a:extLst>
          </p:cNvPr>
          <p:cNvSpPr txBox="1"/>
          <p:nvPr/>
        </p:nvSpPr>
        <p:spPr>
          <a:xfrm>
            <a:off x="4779557" y="5165957"/>
            <a:ext cx="1935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Home page </a:t>
            </a:r>
            <a:endParaRPr lang="en-IN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F00789B-81B7-BC02-D2DF-F1871AC9F6F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90453" y="5765468"/>
            <a:ext cx="2085449" cy="320035"/>
          </a:xfrm>
          <a:prstGeom prst="bentConnector3">
            <a:avLst>
              <a:gd name="adj1" fmla="val 6603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D07735B-766E-399E-14A0-A39C181BD1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10185" y="6129421"/>
            <a:ext cx="1148396" cy="7873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02F565D-9D51-4EFC-AD6A-32F4A4042143}"/>
              </a:ext>
            </a:extLst>
          </p:cNvPr>
          <p:cNvSpPr txBox="1"/>
          <p:nvPr/>
        </p:nvSpPr>
        <p:spPr>
          <a:xfrm>
            <a:off x="4975901" y="5580873"/>
            <a:ext cx="1935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Reports page 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5CD01A-769C-3CFB-A8D0-51C5FE0AAA54}"/>
              </a:ext>
            </a:extLst>
          </p:cNvPr>
          <p:cNvSpPr txBox="1"/>
          <p:nvPr/>
        </p:nvSpPr>
        <p:spPr>
          <a:xfrm>
            <a:off x="5486378" y="5964151"/>
            <a:ext cx="193544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 Us page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759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1CF8818B-3A01-689A-C830-BFFF59EA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19C8B6-D0B5-8AF1-94B7-3A13417F0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327" y="925016"/>
            <a:ext cx="3558663" cy="5592098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BA3622EB-5FB3-777F-4BA3-F6D9EF1DA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Create NEW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05A108-CB88-2615-F417-833BD5946766}"/>
              </a:ext>
            </a:extLst>
          </p:cNvPr>
          <p:cNvSpPr/>
          <p:nvPr/>
        </p:nvSpPr>
        <p:spPr>
          <a:xfrm>
            <a:off x="3352800" y="1962227"/>
            <a:ext cx="2743200" cy="25446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ED470-BCED-230D-8F4D-1E620E34163A}"/>
              </a:ext>
            </a:extLst>
          </p:cNvPr>
          <p:cNvSpPr txBox="1"/>
          <p:nvPr/>
        </p:nvSpPr>
        <p:spPr>
          <a:xfrm>
            <a:off x="7698659" y="3445272"/>
            <a:ext cx="2345708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click the plus</a:t>
            </a:r>
            <a:r>
              <a:rPr lang="en-US" b="1" dirty="0">
                <a:solidFill>
                  <a:srgbClr val="FF0000"/>
                </a:solidFill>
              </a:rPr>
              <a:t> (+) </a:t>
            </a:r>
            <a:r>
              <a:rPr lang="en-US" dirty="0"/>
              <a:t>button, this pop-up will appear. You need to fill in all the details, including the Report Start Date, Report End Date, and a short description of the report.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17FABF-7D65-8962-81C3-04B0B1613768}"/>
              </a:ext>
            </a:extLst>
          </p:cNvPr>
          <p:cNvCxnSpPr>
            <a:cxnSpLocks/>
          </p:cNvCxnSpPr>
          <p:nvPr/>
        </p:nvCxnSpPr>
        <p:spPr>
          <a:xfrm flipH="1">
            <a:off x="6213987" y="2473784"/>
            <a:ext cx="15928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09918C7-F7A3-4F0A-4383-1B3FC2A0CF03}"/>
              </a:ext>
            </a:extLst>
          </p:cNvPr>
          <p:cNvCxnSpPr>
            <a:cxnSpLocks/>
          </p:cNvCxnSpPr>
          <p:nvPr/>
        </p:nvCxnSpPr>
        <p:spPr>
          <a:xfrm rot="10800000">
            <a:off x="6213990" y="3429004"/>
            <a:ext cx="1484669" cy="444906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314546-2F53-CF68-A6F8-8069C9B3655E}"/>
              </a:ext>
            </a:extLst>
          </p:cNvPr>
          <p:cNvSpPr txBox="1"/>
          <p:nvPr/>
        </p:nvSpPr>
        <p:spPr>
          <a:xfrm>
            <a:off x="7806813" y="2104452"/>
            <a:ext cx="2345708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These dates define the time range for the tickets you intend to create.</a:t>
            </a:r>
            <a:endParaRPr lang="en-IN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19B4304-5BE9-AD25-49E3-C181512B5395}"/>
              </a:ext>
            </a:extLst>
          </p:cNvPr>
          <p:cNvCxnSpPr>
            <a:cxnSpLocks/>
          </p:cNvCxnSpPr>
          <p:nvPr/>
        </p:nvCxnSpPr>
        <p:spPr>
          <a:xfrm rot="10800000">
            <a:off x="5624053" y="4660492"/>
            <a:ext cx="2074607" cy="5142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97A4BD-A3D7-90D4-752C-AFD34617979F}"/>
              </a:ext>
            </a:extLst>
          </p:cNvPr>
          <p:cNvSpPr txBox="1"/>
          <p:nvPr/>
        </p:nvSpPr>
        <p:spPr>
          <a:xfrm>
            <a:off x="7698659" y="5174742"/>
            <a:ext cx="2345708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'Save' to create the report.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71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C8704DDC-9792-16F8-DF54-8D5DBDC4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7E5832-65DF-5E07-3785-CD8662A93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94" y="996156"/>
            <a:ext cx="3368805" cy="56276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730775-5B30-A156-2315-E917EA98F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6" y="967441"/>
            <a:ext cx="3251747" cy="5758775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013C3E5E-21B9-E018-5EBA-E290C7818A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Tickets 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9922F-C8F8-79A3-7880-1121F9A6FD20}"/>
              </a:ext>
            </a:extLst>
          </p:cNvPr>
          <p:cNvSpPr/>
          <p:nvPr/>
        </p:nvSpPr>
        <p:spPr>
          <a:xfrm>
            <a:off x="1437817" y="5627665"/>
            <a:ext cx="944501" cy="393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E3E65-D675-6E0F-7A52-9F334B4F3AC1}"/>
              </a:ext>
            </a:extLst>
          </p:cNvPr>
          <p:cNvSpPr txBox="1"/>
          <p:nvPr/>
        </p:nvSpPr>
        <p:spPr>
          <a:xfrm>
            <a:off x="4660261" y="3053192"/>
            <a:ext cx="216632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Here, you can view the tickets you have created.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599B47-AD54-EC1F-1D59-B129878FC06A}"/>
              </a:ext>
            </a:extLst>
          </p:cNvPr>
          <p:cNvSpPr/>
          <p:nvPr/>
        </p:nvSpPr>
        <p:spPr>
          <a:xfrm>
            <a:off x="433922" y="1713658"/>
            <a:ext cx="2991254" cy="4036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C52B35-10E7-010A-B04A-EB5A9235137B}"/>
              </a:ext>
            </a:extLst>
          </p:cNvPr>
          <p:cNvCxnSpPr>
            <a:cxnSpLocks/>
          </p:cNvCxnSpPr>
          <p:nvPr/>
        </p:nvCxnSpPr>
        <p:spPr>
          <a:xfrm flipH="1">
            <a:off x="3479012" y="1912115"/>
            <a:ext cx="5404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5DC2172-B662-E9E9-B9A7-096D05B7E008}"/>
              </a:ext>
            </a:extLst>
          </p:cNvPr>
          <p:cNvSpPr/>
          <p:nvPr/>
        </p:nvSpPr>
        <p:spPr>
          <a:xfrm flipH="1">
            <a:off x="6715436" y="2297048"/>
            <a:ext cx="1052047" cy="3025880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0F3957-7CF5-7A19-9E21-134CDE238AEF}"/>
              </a:ext>
            </a:extLst>
          </p:cNvPr>
          <p:cNvSpPr txBox="1"/>
          <p:nvPr/>
        </p:nvSpPr>
        <p:spPr>
          <a:xfrm>
            <a:off x="4073298" y="1420500"/>
            <a:ext cx="1900877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this to create the Reimbursement Ticket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8D0562-CADF-D45A-89AC-CBEC5D37718A}"/>
              </a:ext>
            </a:extLst>
          </p:cNvPr>
          <p:cNvCxnSpPr>
            <a:cxnSpLocks/>
          </p:cNvCxnSpPr>
          <p:nvPr/>
        </p:nvCxnSpPr>
        <p:spPr>
          <a:xfrm flipH="1">
            <a:off x="2534475" y="5739127"/>
            <a:ext cx="10209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7515ED2-E560-BB5C-0F50-562053084466}"/>
              </a:ext>
            </a:extLst>
          </p:cNvPr>
          <p:cNvSpPr txBox="1"/>
          <p:nvPr/>
        </p:nvSpPr>
        <p:spPr>
          <a:xfrm>
            <a:off x="3606402" y="5369794"/>
            <a:ext cx="1722682" cy="962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'Submit' to submit your report along with all your tickets.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8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E75CC2AF-561D-D40D-9E9A-8757251D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15B9C6-4D67-D2C5-2B72-989350A57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123" y="1086464"/>
            <a:ext cx="3426533" cy="57476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E5E931-D6D0-1A2E-FF26-4E513B2D1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45" y="957846"/>
            <a:ext cx="3374471" cy="5585900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A03B263A-F595-37F4-C98B-7A7585BA4D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Create Reimbursement Ticket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3FCA0-6E0F-7647-0A7F-9AA1AA6CE63E}"/>
              </a:ext>
            </a:extLst>
          </p:cNvPr>
          <p:cNvSpPr/>
          <p:nvPr/>
        </p:nvSpPr>
        <p:spPr>
          <a:xfrm>
            <a:off x="529901" y="2294066"/>
            <a:ext cx="2911389" cy="7281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1488C3-81D9-C2D9-F7D8-59A686C7C2C6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 flipV="1">
            <a:off x="3407848" y="2527643"/>
            <a:ext cx="668591" cy="17093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70E87F-7B27-DA24-556F-2F1B42F7CB23}"/>
              </a:ext>
            </a:extLst>
          </p:cNvPr>
          <p:cNvSpPr txBox="1"/>
          <p:nvPr/>
        </p:nvSpPr>
        <p:spPr>
          <a:xfrm>
            <a:off x="4076438" y="1727424"/>
            <a:ext cx="2166323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click the plus </a:t>
            </a:r>
            <a:r>
              <a:rPr lang="en-US" b="1" dirty="0">
                <a:solidFill>
                  <a:srgbClr val="FF0000"/>
                </a:solidFill>
              </a:rPr>
              <a:t>(+) </a:t>
            </a:r>
            <a:r>
              <a:rPr lang="en-US" dirty="0"/>
              <a:t>button next to Reimbursement, a pop-up will open where you need to select the Expense Type and Budget Type.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CBDDE-4D87-34A1-2F90-D20A3E146E35}"/>
              </a:ext>
            </a:extLst>
          </p:cNvPr>
          <p:cNvSpPr/>
          <p:nvPr/>
        </p:nvSpPr>
        <p:spPr>
          <a:xfrm>
            <a:off x="7476113" y="2322893"/>
            <a:ext cx="3227887" cy="3655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E1A84F-5B01-52DD-1B15-8B2CD758629B}"/>
              </a:ext>
            </a:extLst>
          </p:cNvPr>
          <p:cNvCxnSpPr>
            <a:cxnSpLocks/>
          </p:cNvCxnSpPr>
          <p:nvPr/>
        </p:nvCxnSpPr>
        <p:spPr>
          <a:xfrm>
            <a:off x="6833419" y="5216021"/>
            <a:ext cx="522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2D45D7-2743-06E8-1F38-6CFAC8D558AE}"/>
              </a:ext>
            </a:extLst>
          </p:cNvPr>
          <p:cNvSpPr txBox="1"/>
          <p:nvPr/>
        </p:nvSpPr>
        <p:spPr>
          <a:xfrm>
            <a:off x="4588440" y="4543466"/>
            <a:ext cx="2166323" cy="1815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As you make your selection, the section below will open, allowing you to choose the reimbursement category—such as Food, Travel, Accommodation,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71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7234EC21-D0D5-95BA-A2C2-F92EB545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F22572-34A2-9C50-4948-0F49F6B88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966" y="970709"/>
            <a:ext cx="3465223" cy="58059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28FC70-892F-8AF9-375E-2C0434977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37" y="928688"/>
            <a:ext cx="3465224" cy="5979122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CAEF27B7-82FD-E618-6F28-44E6AAB83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Reimbursement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9F61A8-FFB2-E66F-AD64-891915CA29E1}"/>
              </a:ext>
            </a:extLst>
          </p:cNvPr>
          <p:cNvSpPr/>
          <p:nvPr/>
        </p:nvSpPr>
        <p:spPr>
          <a:xfrm>
            <a:off x="350923" y="1651402"/>
            <a:ext cx="3058232" cy="4444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706EF4-4C63-EF20-B377-446AF20F71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16026" y="2217293"/>
            <a:ext cx="713522" cy="46498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CA415E-7F81-D15A-0BF4-2BCD155C64B3}"/>
              </a:ext>
            </a:extLst>
          </p:cNvPr>
          <p:cNvSpPr txBox="1"/>
          <p:nvPr/>
        </p:nvSpPr>
        <p:spPr>
          <a:xfrm>
            <a:off x="4121597" y="1384958"/>
            <a:ext cx="21663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Now, if you select Travel, this section will open where you need to fill in all the details marked with a red asterisk (*).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6502F9-EED4-6068-2CFC-2635ED78E9FA}"/>
              </a:ext>
            </a:extLst>
          </p:cNvPr>
          <p:cNvSpPr/>
          <p:nvPr/>
        </p:nvSpPr>
        <p:spPr>
          <a:xfrm>
            <a:off x="7951361" y="1776787"/>
            <a:ext cx="3308828" cy="4220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AD504-3D20-A026-9621-E810E5DD5DA7}"/>
              </a:ext>
            </a:extLst>
          </p:cNvPr>
          <p:cNvSpPr txBox="1"/>
          <p:nvPr/>
        </p:nvSpPr>
        <p:spPr>
          <a:xfrm>
            <a:off x="4522157" y="3059668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section below is for attaching bills related to that expense.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1D6C62-DBFC-478C-65CA-5A695E1D4F7D}"/>
              </a:ext>
            </a:extLst>
          </p:cNvPr>
          <p:cNvCxnSpPr>
            <a:cxnSpLocks/>
          </p:cNvCxnSpPr>
          <p:nvPr/>
        </p:nvCxnSpPr>
        <p:spPr>
          <a:xfrm>
            <a:off x="6719755" y="3429001"/>
            <a:ext cx="1231606" cy="82837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B6618B8-0B21-4BBD-D0A7-67B01B62726F}"/>
              </a:ext>
            </a:extLst>
          </p:cNvPr>
          <p:cNvSpPr txBox="1"/>
          <p:nvPr/>
        </p:nvSpPr>
        <p:spPr>
          <a:xfrm>
            <a:off x="4397035" y="4303491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click 'Add Bill,' a new bill section will open.</a:t>
            </a:r>
            <a:endParaRPr lang="en-IN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4F71987-A950-A0C1-044F-8298D5E1F116}"/>
              </a:ext>
            </a:extLst>
          </p:cNvPr>
          <p:cNvCxnSpPr>
            <a:cxnSpLocks/>
          </p:cNvCxnSpPr>
          <p:nvPr/>
        </p:nvCxnSpPr>
        <p:spPr>
          <a:xfrm>
            <a:off x="6563358" y="4622176"/>
            <a:ext cx="2964219" cy="48067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26CCB5-FFD0-AF15-0365-B546FC75828B}"/>
              </a:ext>
            </a:extLst>
          </p:cNvPr>
          <p:cNvSpPr txBox="1"/>
          <p:nvPr/>
        </p:nvSpPr>
        <p:spPr>
          <a:xfrm>
            <a:off x="4397034" y="5399898"/>
            <a:ext cx="2166323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select 'Add Section,' a new section opens for you to add a new expense category.</a:t>
            </a:r>
            <a:endParaRPr lang="en-IN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481D8CF-961F-97B2-6E5B-6DF2B814DEB1}"/>
              </a:ext>
            </a:extLst>
          </p:cNvPr>
          <p:cNvCxnSpPr>
            <a:cxnSpLocks/>
          </p:cNvCxnSpPr>
          <p:nvPr/>
        </p:nvCxnSpPr>
        <p:spPr>
          <a:xfrm>
            <a:off x="6588293" y="5769586"/>
            <a:ext cx="1631475" cy="127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041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AF03AC82-0D3F-1F50-5C6B-D87BF4486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1F2A0A-04F1-F394-7BBA-842A75A9F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94" y="996156"/>
            <a:ext cx="3368805" cy="5627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A45BE1-295C-1ADC-0A59-7B7EF1AD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48" y="909293"/>
            <a:ext cx="3784805" cy="5813688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C805CF3E-D6A1-8260-9AC1-96ECD4021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Create Ticket Additional Details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F4D1D-C983-D4DC-C601-056BF6600A29}"/>
              </a:ext>
            </a:extLst>
          </p:cNvPr>
          <p:cNvSpPr txBox="1"/>
          <p:nvPr/>
        </p:nvSpPr>
        <p:spPr>
          <a:xfrm>
            <a:off x="4513007" y="3752050"/>
            <a:ext cx="1091381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Here, you need to add a brief description.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682576-C081-F8D5-4823-A9E2D513FAA8}"/>
              </a:ext>
            </a:extLst>
          </p:cNvPr>
          <p:cNvSpPr txBox="1"/>
          <p:nvPr/>
        </p:nvSpPr>
        <p:spPr>
          <a:xfrm>
            <a:off x="4224516" y="5183210"/>
            <a:ext cx="1070676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'Save' button to create the ticket.</a:t>
            </a:r>
            <a:endParaRPr lang="en-IN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4F6FB63-A56D-71EC-F5F6-ABA45309ADDD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3323315" y="4229103"/>
            <a:ext cx="1189693" cy="78534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E929CA-6ACD-19A8-8418-F88BB9B14C21}"/>
              </a:ext>
            </a:extLst>
          </p:cNvPr>
          <p:cNvCxnSpPr>
            <a:cxnSpLocks/>
          </p:cNvCxnSpPr>
          <p:nvPr/>
        </p:nvCxnSpPr>
        <p:spPr>
          <a:xfrm flipH="1">
            <a:off x="3746090" y="5624049"/>
            <a:ext cx="4719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F253F8-34D1-73A2-C3FB-318639D33DF8}"/>
              </a:ext>
            </a:extLst>
          </p:cNvPr>
          <p:cNvSpPr txBox="1"/>
          <p:nvPr/>
        </p:nvSpPr>
        <p:spPr>
          <a:xfrm>
            <a:off x="5501154" y="1446200"/>
            <a:ext cx="1091381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ticket to see the details that you have added</a:t>
            </a:r>
            <a:endParaRPr lang="en-IN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A319B48-4219-D1C9-5044-CFE58F73E332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592535" y="2138698"/>
            <a:ext cx="1292934" cy="65366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230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63C293-CEE0-0327-1BC2-CD43849FE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87" y="1031355"/>
            <a:ext cx="2486578" cy="5525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CD3DED-AA81-3D90-FA3E-DB987CE4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Inside Tickets (Initialized)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5BE414-DB20-9D4A-4D75-B332851572DD}"/>
              </a:ext>
            </a:extLst>
          </p:cNvPr>
          <p:cNvSpPr txBox="1"/>
          <p:nvPr/>
        </p:nvSpPr>
        <p:spPr>
          <a:xfrm>
            <a:off x="2859778" y="1240120"/>
            <a:ext cx="1979010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At the initial stage i.e., if you have not submitted the report, or if the manager or finance has rejected the ticket you can add a new section to the ticket or delete the entire ticket.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9217B7-8A88-C732-E99D-711D801E79D3}"/>
              </a:ext>
            </a:extLst>
          </p:cNvPr>
          <p:cNvSpPr/>
          <p:nvPr/>
        </p:nvSpPr>
        <p:spPr>
          <a:xfrm>
            <a:off x="1452927" y="2480171"/>
            <a:ext cx="1081548" cy="695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06D3A8E-6862-4110-3DD4-4211519FEA64}"/>
              </a:ext>
            </a:extLst>
          </p:cNvPr>
          <p:cNvCxnSpPr>
            <a:cxnSpLocks/>
            <a:endCxn id="11" idx="3"/>
          </p:cNvCxnSpPr>
          <p:nvPr/>
        </p:nvCxnSpPr>
        <p:spPr>
          <a:xfrm rot="10800000">
            <a:off x="2534475" y="2827997"/>
            <a:ext cx="255434" cy="17084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F490E0-8A64-8D15-A4E7-29270C002184}"/>
              </a:ext>
            </a:extLst>
          </p:cNvPr>
          <p:cNvSpPr txBox="1"/>
          <p:nvPr/>
        </p:nvSpPr>
        <p:spPr>
          <a:xfrm>
            <a:off x="2789909" y="4785818"/>
            <a:ext cx="1900852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At the initial stage, you can add bills to a section, delete a bill from a section, and also delete the entire section.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3EBF3-FAF8-1611-279E-989229A62B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15" b="20529"/>
          <a:stretch>
            <a:fillRect/>
          </a:stretch>
        </p:blipFill>
        <p:spPr>
          <a:xfrm>
            <a:off x="326496" y="4050892"/>
            <a:ext cx="2335695" cy="265774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8613639-6C30-6FB5-F0C4-990226E32B88}"/>
              </a:ext>
            </a:extLst>
          </p:cNvPr>
          <p:cNvSpPr/>
          <p:nvPr/>
        </p:nvSpPr>
        <p:spPr>
          <a:xfrm>
            <a:off x="1500440" y="4473830"/>
            <a:ext cx="859345" cy="365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07104A4-753C-0251-EDDE-7681CC7E8447}"/>
              </a:ext>
            </a:extLst>
          </p:cNvPr>
          <p:cNvCxnSpPr>
            <a:cxnSpLocks/>
            <a:endCxn id="14" idx="3"/>
          </p:cNvCxnSpPr>
          <p:nvPr/>
        </p:nvCxnSpPr>
        <p:spPr>
          <a:xfrm rot="10800000">
            <a:off x="2359786" y="4656440"/>
            <a:ext cx="453289" cy="40729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3DB2EBC-76DD-AF83-113C-165B58DF46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107" b="27025"/>
          <a:stretch>
            <a:fillRect/>
          </a:stretch>
        </p:blipFill>
        <p:spPr>
          <a:xfrm>
            <a:off x="4935701" y="987845"/>
            <a:ext cx="1900852" cy="18107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F4FB33-3784-D344-C20A-496DE2C313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89" t="11183" r="3166" b="48960"/>
          <a:stretch>
            <a:fillRect/>
          </a:stretch>
        </p:blipFill>
        <p:spPr>
          <a:xfrm>
            <a:off x="7007175" y="993052"/>
            <a:ext cx="1900852" cy="18055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36220B-A771-8D9C-AEAB-14300CA7D8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30" t="16631" r="3589" b="12688"/>
          <a:stretch>
            <a:fillRect/>
          </a:stretch>
        </p:blipFill>
        <p:spPr>
          <a:xfrm>
            <a:off x="9009389" y="987845"/>
            <a:ext cx="2335384" cy="409021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C63B359-1C07-7EC2-EF9B-117DC3DE9017}"/>
              </a:ext>
            </a:extLst>
          </p:cNvPr>
          <p:cNvSpPr/>
          <p:nvPr/>
        </p:nvSpPr>
        <p:spPr>
          <a:xfrm>
            <a:off x="2231923" y="3899336"/>
            <a:ext cx="530942" cy="349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A3AE3-6076-32F0-BBDD-DE6AFFC12B5F}"/>
              </a:ext>
            </a:extLst>
          </p:cNvPr>
          <p:cNvSpPr txBox="1"/>
          <p:nvPr/>
        </p:nvSpPr>
        <p:spPr>
          <a:xfrm>
            <a:off x="3059954" y="4201930"/>
            <a:ext cx="1900852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section ID</a:t>
            </a:r>
            <a:endParaRPr lang="en-IN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8F3C016-8FFA-2E7A-5C92-B19A2E7292DE}"/>
              </a:ext>
            </a:extLst>
          </p:cNvPr>
          <p:cNvCxnSpPr>
            <a:cxnSpLocks/>
            <a:stCxn id="23" idx="1"/>
            <a:endCxn id="21" idx="3"/>
          </p:cNvCxnSpPr>
          <p:nvPr/>
        </p:nvCxnSpPr>
        <p:spPr>
          <a:xfrm rot="10800000">
            <a:off x="2762866" y="4074243"/>
            <a:ext cx="297089" cy="28157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0A3A2F2-F993-EFBF-B195-CEE701D78226}"/>
              </a:ext>
            </a:extLst>
          </p:cNvPr>
          <p:cNvSpPr txBox="1"/>
          <p:nvPr/>
        </p:nvSpPr>
        <p:spPr>
          <a:xfrm>
            <a:off x="4972555" y="2879065"/>
            <a:ext cx="1732521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200" dirty="0"/>
              <a:t>Edit Ticket Description</a:t>
            </a:r>
            <a:endParaRPr lang="en-IN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FF4C31-854C-A4DD-69FE-A54475A7E1C5}"/>
              </a:ext>
            </a:extLst>
          </p:cNvPr>
          <p:cNvSpPr txBox="1"/>
          <p:nvPr/>
        </p:nvSpPr>
        <p:spPr>
          <a:xfrm>
            <a:off x="7081493" y="2860341"/>
            <a:ext cx="1732521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200" dirty="0"/>
              <a:t>Delete Ticket</a:t>
            </a:r>
            <a:endParaRPr lang="en-IN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8A7B74-513A-3C22-4E41-EAEB0A7B7EF5}"/>
              </a:ext>
            </a:extLst>
          </p:cNvPr>
          <p:cNvSpPr txBox="1"/>
          <p:nvPr/>
        </p:nvSpPr>
        <p:spPr>
          <a:xfrm>
            <a:off x="9612252" y="5178088"/>
            <a:ext cx="1732521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200" dirty="0"/>
              <a:t>Add Section</a:t>
            </a:r>
            <a:endParaRPr lang="en-IN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C9AB38-7014-C14D-0D3F-BDCC1C00FF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466" t="14880" r="4466" b="11656"/>
          <a:stretch>
            <a:fillRect/>
          </a:stretch>
        </p:blipFill>
        <p:spPr>
          <a:xfrm>
            <a:off x="5004997" y="3374601"/>
            <a:ext cx="1712050" cy="297096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1F289E3-C0B7-2A0F-64B0-70F515174670}"/>
              </a:ext>
            </a:extLst>
          </p:cNvPr>
          <p:cNvSpPr txBox="1"/>
          <p:nvPr/>
        </p:nvSpPr>
        <p:spPr>
          <a:xfrm>
            <a:off x="4972554" y="6500300"/>
            <a:ext cx="1732521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200" dirty="0"/>
              <a:t>Add Bill</a:t>
            </a:r>
            <a:endParaRPr lang="en-IN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1E0A137-706B-DD1D-2072-8B91B100E1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10" t="11470" r="2848" b="50000"/>
          <a:stretch>
            <a:fillRect/>
          </a:stretch>
        </p:blipFill>
        <p:spPr>
          <a:xfrm>
            <a:off x="6882683" y="3720661"/>
            <a:ext cx="1979010" cy="178476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AC57E3C-09F6-AA21-F624-CED191EAAD39}"/>
              </a:ext>
            </a:extLst>
          </p:cNvPr>
          <p:cNvSpPr txBox="1"/>
          <p:nvPr/>
        </p:nvSpPr>
        <p:spPr>
          <a:xfrm>
            <a:off x="7031283" y="5726448"/>
            <a:ext cx="1732521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200" dirty="0"/>
              <a:t>Delete Section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4555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2ADA494B-E793-5126-A0CA-7375AFCD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D874E9FA-17C1-96FF-AA7F-45AA41ED0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Reports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F1DD4F-B17B-E383-7BC5-9BBAB19D4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4" y="937456"/>
            <a:ext cx="3345994" cy="5898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1179D4-DA65-9874-7E47-F016C1F66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665" y="937456"/>
            <a:ext cx="2959509" cy="5701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06063D-8071-16CE-C97C-C3C91B35730A}"/>
              </a:ext>
            </a:extLst>
          </p:cNvPr>
          <p:cNvSpPr txBox="1"/>
          <p:nvPr/>
        </p:nvSpPr>
        <p:spPr>
          <a:xfrm>
            <a:off x="4709652" y="1033250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Here you can see all your reports till date.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1265561-60D5-A17B-7561-6A6CA3F3563E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2387406" y="2233141"/>
            <a:ext cx="1928956" cy="1046002"/>
          </a:xfrm>
          <a:prstGeom prst="bentConnector3">
            <a:avLst>
              <a:gd name="adj1" fmla="val 8109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D39028-3E73-CC49-9C9C-00FF47E88C3F}"/>
              </a:ext>
            </a:extLst>
          </p:cNvPr>
          <p:cNvSpPr txBox="1"/>
          <p:nvPr/>
        </p:nvSpPr>
        <p:spPr>
          <a:xfrm>
            <a:off x="4316362" y="2909811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From This dropdown you can select your reports according to their status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439C256-996D-F50B-1898-6BD7884C7FE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482685" y="3279143"/>
            <a:ext cx="1314297" cy="42544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1AEA454-5327-6EA1-DFE9-0A5EFE43B679}"/>
              </a:ext>
            </a:extLst>
          </p:cNvPr>
          <p:cNvSpPr txBox="1"/>
          <p:nvPr/>
        </p:nvSpPr>
        <p:spPr>
          <a:xfrm>
            <a:off x="4478594" y="1915579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on this to create report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D478B92-6385-FC95-8919-069CC6A664CC}"/>
              </a:ext>
            </a:extLst>
          </p:cNvPr>
          <p:cNvCxnSpPr>
            <a:cxnSpLocks/>
          </p:cNvCxnSpPr>
          <p:nvPr/>
        </p:nvCxnSpPr>
        <p:spPr>
          <a:xfrm rot="10800000">
            <a:off x="3849258" y="2233142"/>
            <a:ext cx="629336" cy="19542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325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D0FE8A-7621-C67B-18B5-6D088E409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1052054"/>
            <a:ext cx="3184900" cy="55040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A4DBC2-5E43-684A-DBBE-C347B078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Report Edit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6B1E0-C847-8F61-F2F1-86A3049BF491}"/>
              </a:ext>
            </a:extLst>
          </p:cNvPr>
          <p:cNvSpPr txBox="1"/>
          <p:nvPr/>
        </p:nvSpPr>
        <p:spPr>
          <a:xfrm>
            <a:off x="3558526" y="3340510"/>
            <a:ext cx="21663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a report is in the </a:t>
            </a:r>
            <a:r>
              <a:rPr lang="en-IN" b="1" dirty="0"/>
              <a:t>Initialized</a:t>
            </a:r>
            <a:r>
              <a:rPr lang="en-US" dirty="0"/>
              <a:t>, </a:t>
            </a:r>
            <a:r>
              <a:rPr lang="en-US" b="1" dirty="0"/>
              <a:t>Manager Rejected , FA Rejected</a:t>
            </a:r>
            <a:r>
              <a:rPr lang="en-US" dirty="0"/>
              <a:t> stage</a:t>
            </a:r>
            <a:r>
              <a:rPr lang="en-US" b="1" dirty="0"/>
              <a:t> </a:t>
            </a:r>
            <a:r>
              <a:rPr lang="en-US" dirty="0"/>
              <a:t>then you can </a:t>
            </a:r>
            <a:r>
              <a:rPr lang="en-US" b="1" dirty="0"/>
              <a:t>Edit</a:t>
            </a:r>
            <a:r>
              <a:rPr lang="en-US" dirty="0"/>
              <a:t> the report.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8431CB-C084-7137-4CBB-CD8EB9E3A3E5}"/>
              </a:ext>
            </a:extLst>
          </p:cNvPr>
          <p:cNvSpPr/>
          <p:nvPr/>
        </p:nvSpPr>
        <p:spPr>
          <a:xfrm>
            <a:off x="2123766" y="2499840"/>
            <a:ext cx="1307690" cy="443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76E2697-9561-34E7-2C59-7EA533B2380F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V="1">
            <a:off x="3249733" y="2903145"/>
            <a:ext cx="619089" cy="25564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49BC823-B2BD-AFF6-133C-104421085E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064" b="21493"/>
          <a:stretch>
            <a:fillRect/>
          </a:stretch>
        </p:blipFill>
        <p:spPr>
          <a:xfrm>
            <a:off x="5944214" y="1076633"/>
            <a:ext cx="2689262" cy="26350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AC558B-741F-DD22-6211-D57DAA50C5EB}"/>
              </a:ext>
            </a:extLst>
          </p:cNvPr>
          <p:cNvSpPr txBox="1"/>
          <p:nvPr/>
        </p:nvSpPr>
        <p:spPr>
          <a:xfrm>
            <a:off x="9313552" y="1746412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 edit this popup opens up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E225BF-5539-DD01-BC31-1299E370BAC9}"/>
              </a:ext>
            </a:extLst>
          </p:cNvPr>
          <p:cNvSpPr/>
          <p:nvPr/>
        </p:nvSpPr>
        <p:spPr>
          <a:xfrm>
            <a:off x="5944214" y="1076633"/>
            <a:ext cx="2689262" cy="2635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87807B4-7C24-AE31-9234-97193E6ADB27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rot="10800000" flipV="1">
            <a:off x="8633476" y="2008022"/>
            <a:ext cx="680076" cy="38613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873ED49-5CBF-ABD3-5CDD-D8B992BB51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12" b="48675"/>
          <a:stretch>
            <a:fillRect/>
          </a:stretch>
        </p:blipFill>
        <p:spPr>
          <a:xfrm>
            <a:off x="5887414" y="3925285"/>
            <a:ext cx="3086100" cy="27235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B1694C-D3E3-E423-A413-F4065D4E77AE}"/>
              </a:ext>
            </a:extLst>
          </p:cNvPr>
          <p:cNvSpPr txBox="1"/>
          <p:nvPr/>
        </p:nvSpPr>
        <p:spPr>
          <a:xfrm>
            <a:off x="9465952" y="4543692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 delete this popup opens up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97404E-F10D-B98B-BD93-73B878635DD9}"/>
              </a:ext>
            </a:extLst>
          </p:cNvPr>
          <p:cNvSpPr/>
          <p:nvPr/>
        </p:nvSpPr>
        <p:spPr>
          <a:xfrm>
            <a:off x="6096614" y="3873913"/>
            <a:ext cx="2689262" cy="2635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FC697CD-3304-FA48-243D-8F872EF2D504}"/>
              </a:ext>
            </a:extLst>
          </p:cNvPr>
          <p:cNvCxnSpPr>
            <a:cxnSpLocks/>
            <a:stCxn id="21" idx="1"/>
            <a:endCxn id="22" idx="3"/>
          </p:cNvCxnSpPr>
          <p:nvPr/>
        </p:nvCxnSpPr>
        <p:spPr>
          <a:xfrm rot="10800000" flipV="1">
            <a:off x="8785876" y="4805302"/>
            <a:ext cx="680076" cy="38613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92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B6A9CEEA-2135-9445-F412-B56349B2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580C915-39B2-55B2-45D1-A5C9C078C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Contact </a:t>
            </a:r>
            <a:r>
              <a:rPr lang="en-US" sz="4000" dirty="0"/>
              <a:t>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09C64-CECF-25F6-E15D-086726F5F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297" y="987085"/>
            <a:ext cx="3126045" cy="56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59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>
            <a:spLocks noGrp="1"/>
          </p:cNvSpPr>
          <p:nvPr>
            <p:ph type="title"/>
          </p:nvPr>
        </p:nvSpPr>
        <p:spPr>
          <a:xfrm>
            <a:off x="838200" y="3201427"/>
            <a:ext cx="10515600" cy="45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Calibri"/>
              <a:buNone/>
            </a:pPr>
            <a:r>
              <a:rPr lang="en-US" dirty="0">
                <a:solidFill>
                  <a:schemeClr val="tx1"/>
                </a:solidFill>
              </a:rPr>
              <a:t>Thank You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4" name="Google Shape;334;p48"/>
          <p:cNvSpPr txBox="1">
            <a:spLocks noGrp="1"/>
          </p:cNvSpPr>
          <p:nvPr>
            <p:ph type="body" idx="1"/>
          </p:nvPr>
        </p:nvSpPr>
        <p:spPr>
          <a:xfrm>
            <a:off x="838200" y="1008529"/>
            <a:ext cx="10515600" cy="516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5" name="Google Shape;33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529</Words>
  <Application>Microsoft Office PowerPoint</Application>
  <PresentationFormat>Widescreen</PresentationFormat>
  <Paragraphs>55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Arial</vt:lpstr>
      <vt:lpstr>Raleway Light</vt:lpstr>
      <vt:lpstr>Courier New</vt:lpstr>
      <vt:lpstr>Poppins</vt:lpstr>
      <vt:lpstr>Trebuchet MS</vt:lpstr>
      <vt:lpstr>Noto Sans Symbols</vt:lpstr>
      <vt:lpstr>Poppins Light</vt:lpstr>
      <vt:lpstr>Facet</vt:lpstr>
      <vt:lpstr>PowerPoint Presentation</vt:lpstr>
      <vt:lpstr>DF TICKETING SYSTEM Mobile Compatible   https://dfticketing.org </vt:lpstr>
      <vt:lpstr>Login Page</vt:lpstr>
      <vt:lpstr>Home Page</vt:lpstr>
      <vt:lpstr>Create NEW Report</vt:lpstr>
      <vt:lpstr>Tickets Section</vt:lpstr>
      <vt:lpstr>Create Reimbursement Ticket</vt:lpstr>
      <vt:lpstr>Reimbursement</vt:lpstr>
      <vt:lpstr>Create Ticket Additional Details</vt:lpstr>
      <vt:lpstr>Inside Tickets (Initialized)</vt:lpstr>
      <vt:lpstr>Reports Page</vt:lpstr>
      <vt:lpstr>Report Edit</vt:lpstr>
      <vt:lpstr>Contact Page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Amlanjyoti Laha</cp:lastModifiedBy>
  <cp:revision>40</cp:revision>
  <dcterms:modified xsi:type="dcterms:W3CDTF">2026-04-22T07:04:12Z</dcterms:modified>
</cp:coreProperties>
</file>